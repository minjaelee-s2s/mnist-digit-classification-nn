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73" r:id="rId16"/>
    <p:sldId id="271" r:id="rId17"/>
    <p:sldId id="27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9"/>
    <p:restoredTop sz="94676"/>
  </p:normalViewPr>
  <p:slideViewPr>
    <p:cSldViewPr snapToGrid="0">
      <p:cViewPr varScale="1">
        <p:scale>
          <a:sx n="123" d="100"/>
          <a:sy n="123" d="100"/>
        </p:scale>
        <p:origin x="208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C3C20B-5662-BD4A-94A2-E40B77861DF4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ACAF334-31EB-4D47-B33B-EFB94974CF36}">
      <dgm:prSet/>
      <dgm:spPr/>
      <dgm:t>
        <a:bodyPr/>
        <a:lstStyle/>
        <a:p>
          <a:pPr latinLnBrk="1"/>
          <a:r>
            <a:rPr kumimoji="1" lang="en-US"/>
            <a:t>Language</a:t>
          </a:r>
          <a:endParaRPr lang="ko-KR"/>
        </a:p>
      </dgm:t>
    </dgm:pt>
    <dgm:pt modelId="{FB22F8EE-D2CF-5C4E-B77C-AE3FABDFB4BF}" type="parTrans" cxnId="{4B49ABE9-528E-F34D-9479-E23B70C4F3E5}">
      <dgm:prSet/>
      <dgm:spPr/>
      <dgm:t>
        <a:bodyPr/>
        <a:lstStyle/>
        <a:p>
          <a:pPr latinLnBrk="1"/>
          <a:endParaRPr lang="ko-KR" altLang="en-US"/>
        </a:p>
      </dgm:t>
    </dgm:pt>
    <dgm:pt modelId="{9E28BCD0-5635-2A40-A9BB-B6AC34642898}" type="sibTrans" cxnId="{4B49ABE9-528E-F34D-9479-E23B70C4F3E5}">
      <dgm:prSet/>
      <dgm:spPr/>
      <dgm:t>
        <a:bodyPr/>
        <a:lstStyle/>
        <a:p>
          <a:pPr latinLnBrk="1"/>
          <a:endParaRPr lang="ko-KR" altLang="en-US"/>
        </a:p>
      </dgm:t>
    </dgm:pt>
    <dgm:pt modelId="{8E5807B8-F2FD-BA46-B8DA-54C2489A40C4}">
      <dgm:prSet/>
      <dgm:spPr/>
      <dgm:t>
        <a:bodyPr/>
        <a:lstStyle/>
        <a:p>
          <a:pPr latinLnBrk="1"/>
          <a:r>
            <a:rPr kumimoji="1" lang="en-US"/>
            <a:t>Data </a:t>
          </a:r>
          <a:endParaRPr lang="ko-KR"/>
        </a:p>
      </dgm:t>
    </dgm:pt>
    <dgm:pt modelId="{DD893E22-D591-5247-89CE-89F8218C8E36}" type="parTrans" cxnId="{FF34C00B-3A4F-D34E-8F06-F975D255FA49}">
      <dgm:prSet/>
      <dgm:spPr/>
      <dgm:t>
        <a:bodyPr/>
        <a:lstStyle/>
        <a:p>
          <a:pPr latinLnBrk="1"/>
          <a:endParaRPr lang="ko-KR" altLang="en-US"/>
        </a:p>
      </dgm:t>
    </dgm:pt>
    <dgm:pt modelId="{10FA94B5-034E-8C4F-BC68-2D825C18B956}" type="sibTrans" cxnId="{FF34C00B-3A4F-D34E-8F06-F975D255FA49}">
      <dgm:prSet/>
      <dgm:spPr/>
      <dgm:t>
        <a:bodyPr/>
        <a:lstStyle/>
        <a:p>
          <a:pPr latinLnBrk="1"/>
          <a:endParaRPr lang="ko-KR" altLang="en-US"/>
        </a:p>
      </dgm:t>
    </dgm:pt>
    <dgm:pt modelId="{BFF02683-BA53-8E4B-B9DE-1019431422BB}">
      <dgm:prSet/>
      <dgm:spPr/>
      <dgm:t>
        <a:bodyPr/>
        <a:lstStyle/>
        <a:p>
          <a:pPr latinLnBrk="1"/>
          <a:r>
            <a:rPr kumimoji="1" lang="en-US"/>
            <a:t>Objective </a:t>
          </a:r>
          <a:endParaRPr lang="ko-KR"/>
        </a:p>
      </dgm:t>
    </dgm:pt>
    <dgm:pt modelId="{6F121FD9-8124-FC41-8A7E-80B334F1C131}" type="parTrans" cxnId="{7A6B0477-02F9-CA41-B465-FEB1AC164760}">
      <dgm:prSet/>
      <dgm:spPr/>
      <dgm:t>
        <a:bodyPr/>
        <a:lstStyle/>
        <a:p>
          <a:pPr latinLnBrk="1"/>
          <a:endParaRPr lang="ko-KR" altLang="en-US"/>
        </a:p>
      </dgm:t>
    </dgm:pt>
    <dgm:pt modelId="{D0C3461D-FC2A-5D40-A6B5-7FC15F5CF686}" type="sibTrans" cxnId="{7A6B0477-02F9-CA41-B465-FEB1AC164760}">
      <dgm:prSet/>
      <dgm:spPr/>
      <dgm:t>
        <a:bodyPr/>
        <a:lstStyle/>
        <a:p>
          <a:pPr latinLnBrk="1"/>
          <a:endParaRPr lang="ko-KR" altLang="en-US"/>
        </a:p>
      </dgm:t>
    </dgm:pt>
    <dgm:pt modelId="{546A5A4A-5E9E-1242-9EBD-3DB673E0D60B}">
      <dgm:prSet/>
      <dgm:spPr/>
      <dgm:t>
        <a:bodyPr/>
        <a:lstStyle/>
        <a:p>
          <a:pPr latinLnBrk="1"/>
          <a:r>
            <a:rPr lang="en-US" altLang="ko-KR"/>
            <a:t>Python</a:t>
          </a:r>
          <a:endParaRPr lang="ko-KR" altLang="en-US" dirty="0"/>
        </a:p>
      </dgm:t>
    </dgm:pt>
    <dgm:pt modelId="{65EDF146-E24E-F844-B8FB-3FD89A5B4EC1}" type="parTrans" cxnId="{308FE987-B931-194D-BD9C-542917F30A01}">
      <dgm:prSet/>
      <dgm:spPr/>
      <dgm:t>
        <a:bodyPr/>
        <a:lstStyle/>
        <a:p>
          <a:pPr latinLnBrk="1"/>
          <a:endParaRPr lang="ko-KR" altLang="en-US"/>
        </a:p>
      </dgm:t>
    </dgm:pt>
    <dgm:pt modelId="{1F6A3D96-73F0-764E-A066-180F19313357}" type="sibTrans" cxnId="{308FE987-B931-194D-BD9C-542917F30A01}">
      <dgm:prSet/>
      <dgm:spPr/>
      <dgm:t>
        <a:bodyPr/>
        <a:lstStyle/>
        <a:p>
          <a:pPr latinLnBrk="1"/>
          <a:endParaRPr lang="ko-KR" altLang="en-US"/>
        </a:p>
      </dgm:t>
    </dgm:pt>
    <dgm:pt modelId="{2C5C5F27-7B1A-FF4F-AB49-357D0F480F37}">
      <dgm:prSet/>
      <dgm:spPr/>
      <dgm:t>
        <a:bodyPr/>
        <a:lstStyle/>
        <a:p>
          <a:pPr latinLnBrk="1"/>
          <a:r>
            <a:rPr lang="en-US" altLang="ko-KR" dirty="0"/>
            <a:t>Multilayer Neural Network</a:t>
          </a:r>
          <a:endParaRPr lang="ko-KR" altLang="en-US" dirty="0"/>
        </a:p>
      </dgm:t>
    </dgm:pt>
    <dgm:pt modelId="{269BF9FC-78EA-F04D-AE65-BB8221E4E2E2}" type="parTrans" cxnId="{8692D37F-3E18-3049-8688-6A61CAC3EDD1}">
      <dgm:prSet/>
      <dgm:spPr/>
      <dgm:t>
        <a:bodyPr/>
        <a:lstStyle/>
        <a:p>
          <a:pPr latinLnBrk="1"/>
          <a:endParaRPr lang="ko-KR" altLang="en-US"/>
        </a:p>
      </dgm:t>
    </dgm:pt>
    <dgm:pt modelId="{FC037F4C-7B86-B249-8921-03D7F77F9E2C}" type="sibTrans" cxnId="{8692D37F-3E18-3049-8688-6A61CAC3EDD1}">
      <dgm:prSet/>
      <dgm:spPr/>
      <dgm:t>
        <a:bodyPr/>
        <a:lstStyle/>
        <a:p>
          <a:pPr latinLnBrk="1"/>
          <a:endParaRPr lang="ko-KR" altLang="en-US"/>
        </a:p>
      </dgm:t>
    </dgm:pt>
    <dgm:pt modelId="{6576C518-905A-9D42-9187-A7638F7463B6}">
      <dgm:prSet/>
      <dgm:spPr/>
      <dgm:t>
        <a:bodyPr/>
        <a:lstStyle/>
        <a:p>
          <a:pPr latinLnBrk="1"/>
          <a:r>
            <a:rPr kumimoji="1" lang="en-US" dirty="0"/>
            <a:t>MINIST Data set</a:t>
          </a:r>
        </a:p>
        <a:p>
          <a:pPr latinLnBrk="1"/>
          <a:endParaRPr kumimoji="1" lang="en-US" altLang="ko-KR" dirty="0"/>
        </a:p>
        <a:p>
          <a:pPr latinLnBrk="1"/>
          <a:endParaRPr lang="en-US" altLang="ko-KR" dirty="0"/>
        </a:p>
        <a:p>
          <a:pPr latinLnBrk="1"/>
          <a:endParaRPr lang="en-US" altLang="ko-KR" dirty="0"/>
        </a:p>
      </dgm:t>
    </dgm:pt>
    <dgm:pt modelId="{C85487B4-FE98-0140-998C-DE1BEDF0F50E}" type="parTrans" cxnId="{8BF97BB9-83C7-5748-848A-AE5F92B257E8}">
      <dgm:prSet/>
      <dgm:spPr/>
      <dgm:t>
        <a:bodyPr/>
        <a:lstStyle/>
        <a:p>
          <a:pPr latinLnBrk="1"/>
          <a:endParaRPr lang="ko-KR" altLang="en-US"/>
        </a:p>
      </dgm:t>
    </dgm:pt>
    <dgm:pt modelId="{5F8BDABE-C59C-9846-9BD8-0159C4AB0AA6}" type="sibTrans" cxnId="{8BF97BB9-83C7-5748-848A-AE5F92B257E8}">
      <dgm:prSet/>
      <dgm:spPr/>
      <dgm:t>
        <a:bodyPr/>
        <a:lstStyle/>
        <a:p>
          <a:pPr latinLnBrk="1"/>
          <a:endParaRPr lang="ko-KR" altLang="en-US"/>
        </a:p>
      </dgm:t>
    </dgm:pt>
    <dgm:pt modelId="{A8EB0F2F-14F9-5243-90B1-95E81A7298F1}">
      <dgm:prSet/>
      <dgm:spPr/>
      <dgm:t>
        <a:bodyPr/>
        <a:lstStyle/>
        <a:p>
          <a:pPr latinLnBrk="1"/>
          <a:r>
            <a:rPr kumimoji="1" lang="en-US" dirty="0"/>
            <a:t>Compare the Efficiency </a:t>
          </a:r>
          <a:endParaRPr lang="ko-KR" altLang="en-US" dirty="0"/>
        </a:p>
      </dgm:t>
    </dgm:pt>
    <dgm:pt modelId="{D1A6037A-B346-7B40-A170-4DB4A68BB493}" type="parTrans" cxnId="{B33A9FC8-0066-1E41-9A0D-4A212A7146FE}">
      <dgm:prSet/>
      <dgm:spPr/>
      <dgm:t>
        <a:bodyPr/>
        <a:lstStyle/>
        <a:p>
          <a:pPr latinLnBrk="1"/>
          <a:endParaRPr lang="ko-KR" altLang="en-US"/>
        </a:p>
      </dgm:t>
    </dgm:pt>
    <dgm:pt modelId="{B48DA613-11E8-6640-BE6B-2EF45E01EE86}" type="sibTrans" cxnId="{B33A9FC8-0066-1E41-9A0D-4A212A7146FE}">
      <dgm:prSet/>
      <dgm:spPr/>
      <dgm:t>
        <a:bodyPr/>
        <a:lstStyle/>
        <a:p>
          <a:pPr latinLnBrk="1"/>
          <a:endParaRPr lang="ko-KR" altLang="en-US"/>
        </a:p>
      </dgm:t>
    </dgm:pt>
    <dgm:pt modelId="{8DC86974-535D-C844-917D-1C301B15E18B}">
      <dgm:prSet/>
      <dgm:spPr/>
      <dgm:t>
        <a:bodyPr/>
        <a:lstStyle/>
        <a:p>
          <a:pPr latinLnBrk="1"/>
          <a:r>
            <a:rPr lang="en-US" altLang="ko-KR" dirty="0"/>
            <a:t>Time Cost</a:t>
          </a:r>
          <a:endParaRPr lang="ko-KR" altLang="en-US" dirty="0"/>
        </a:p>
      </dgm:t>
    </dgm:pt>
    <dgm:pt modelId="{96DF5197-3A93-4A41-B6BB-7052D922BD5A}" type="parTrans" cxnId="{B3F9AEC2-49A8-2948-B396-299752CC2E77}">
      <dgm:prSet/>
      <dgm:spPr/>
      <dgm:t>
        <a:bodyPr/>
        <a:lstStyle/>
        <a:p>
          <a:pPr latinLnBrk="1"/>
          <a:endParaRPr lang="ko-KR" altLang="en-US"/>
        </a:p>
      </dgm:t>
    </dgm:pt>
    <dgm:pt modelId="{C2AFFFAD-F58D-6741-8192-E19E39F9D5E0}" type="sibTrans" cxnId="{B3F9AEC2-49A8-2948-B396-299752CC2E77}">
      <dgm:prSet/>
      <dgm:spPr/>
      <dgm:t>
        <a:bodyPr/>
        <a:lstStyle/>
        <a:p>
          <a:pPr latinLnBrk="1"/>
          <a:endParaRPr lang="ko-KR" altLang="en-US"/>
        </a:p>
      </dgm:t>
    </dgm:pt>
    <dgm:pt modelId="{6CF63C3B-F783-574F-9E50-C6DF3FF0E513}">
      <dgm:prSet/>
      <dgm:spPr/>
      <dgm:t>
        <a:bodyPr/>
        <a:lstStyle/>
        <a:p>
          <a:pPr latinLnBrk="1"/>
          <a:r>
            <a:rPr lang="en-US" altLang="ko-KR" dirty="0"/>
            <a:t>Accuracy </a:t>
          </a:r>
          <a:endParaRPr lang="ko-KR" altLang="en-US" dirty="0"/>
        </a:p>
      </dgm:t>
    </dgm:pt>
    <dgm:pt modelId="{14DFD346-CA8A-4748-B428-AE3BF828CFA8}" type="parTrans" cxnId="{BD180087-D582-FE4F-B66F-7E459C3679DC}">
      <dgm:prSet/>
      <dgm:spPr/>
      <dgm:t>
        <a:bodyPr/>
        <a:lstStyle/>
        <a:p>
          <a:pPr latinLnBrk="1"/>
          <a:endParaRPr lang="ko-KR" altLang="en-US"/>
        </a:p>
      </dgm:t>
    </dgm:pt>
    <dgm:pt modelId="{AE4E0399-DBD1-244C-8211-8B3FAC5AB7CC}" type="sibTrans" cxnId="{BD180087-D582-FE4F-B66F-7E459C3679DC}">
      <dgm:prSet/>
      <dgm:spPr/>
      <dgm:t>
        <a:bodyPr/>
        <a:lstStyle/>
        <a:p>
          <a:pPr latinLnBrk="1"/>
          <a:endParaRPr lang="ko-KR" altLang="en-US"/>
        </a:p>
      </dgm:t>
    </dgm:pt>
    <dgm:pt modelId="{F41B5EFB-F5F2-1948-A277-734D28E16146}">
      <dgm:prSet/>
      <dgm:spPr/>
      <dgm:t>
        <a:bodyPr/>
        <a:lstStyle/>
        <a:p>
          <a:pPr latinLnBrk="1"/>
          <a:r>
            <a:rPr lang="en-US" altLang="ko-KR" dirty="0"/>
            <a:t>Random Forest</a:t>
          </a:r>
          <a:endParaRPr lang="ko-KR" altLang="en-US" dirty="0"/>
        </a:p>
      </dgm:t>
    </dgm:pt>
    <dgm:pt modelId="{378066BE-330F-AB4B-B604-EF9C8950C64C}" type="sibTrans" cxnId="{05636564-43CD-3341-956C-1184AB69C4AC}">
      <dgm:prSet/>
      <dgm:spPr/>
      <dgm:t>
        <a:bodyPr/>
        <a:lstStyle/>
        <a:p>
          <a:pPr latinLnBrk="1"/>
          <a:endParaRPr lang="ko-KR" altLang="en-US"/>
        </a:p>
      </dgm:t>
    </dgm:pt>
    <dgm:pt modelId="{3C074513-EC51-A145-BDA9-8C55119A391C}" type="parTrans" cxnId="{05636564-43CD-3341-956C-1184AB69C4AC}">
      <dgm:prSet/>
      <dgm:spPr/>
      <dgm:t>
        <a:bodyPr/>
        <a:lstStyle/>
        <a:p>
          <a:pPr latinLnBrk="1"/>
          <a:endParaRPr lang="ko-KR" altLang="en-US"/>
        </a:p>
      </dgm:t>
    </dgm:pt>
    <dgm:pt modelId="{11233C13-EBDD-984F-BB46-EC49D356B4F0}">
      <dgm:prSet/>
      <dgm:spPr/>
      <dgm:t>
        <a:bodyPr/>
        <a:lstStyle/>
        <a:p>
          <a:pPr latinLnBrk="1"/>
          <a:r>
            <a:rPr lang="en-US" altLang="ko-KR" dirty="0"/>
            <a:t>Tree Boosting</a:t>
          </a:r>
          <a:endParaRPr lang="ko-KR" altLang="en-US" dirty="0"/>
        </a:p>
      </dgm:t>
    </dgm:pt>
    <dgm:pt modelId="{13A92E92-841E-B141-9139-136946C2D149}" type="sibTrans" cxnId="{409861F8-AF49-A34F-8501-7690F0D2EB2B}">
      <dgm:prSet/>
      <dgm:spPr/>
      <dgm:t>
        <a:bodyPr/>
        <a:lstStyle/>
        <a:p>
          <a:pPr latinLnBrk="1"/>
          <a:endParaRPr lang="ko-KR" altLang="en-US"/>
        </a:p>
      </dgm:t>
    </dgm:pt>
    <dgm:pt modelId="{8B9DF102-040E-634F-B862-A9F48F30872E}" type="parTrans" cxnId="{409861F8-AF49-A34F-8501-7690F0D2EB2B}">
      <dgm:prSet/>
      <dgm:spPr/>
      <dgm:t>
        <a:bodyPr/>
        <a:lstStyle/>
        <a:p>
          <a:pPr latinLnBrk="1"/>
          <a:endParaRPr lang="ko-KR" altLang="en-US"/>
        </a:p>
      </dgm:t>
    </dgm:pt>
    <dgm:pt modelId="{0E537B4F-F114-9542-9F29-F905E858F4D7}">
      <dgm:prSet/>
      <dgm:spPr/>
      <dgm:t>
        <a:bodyPr/>
        <a:lstStyle/>
        <a:p>
          <a:pPr latinLnBrk="1"/>
          <a:r>
            <a:rPr lang="en-US" altLang="ko-KR" dirty="0"/>
            <a:t>Single Layer Neural Network</a:t>
          </a:r>
          <a:endParaRPr lang="ko-KR" altLang="en-US" dirty="0"/>
        </a:p>
      </dgm:t>
    </dgm:pt>
    <dgm:pt modelId="{AD4095BE-7E07-6F43-9C55-20EBA5B03126}" type="sibTrans" cxnId="{81C57A08-3D50-2644-A590-F948BB86CC8C}">
      <dgm:prSet/>
      <dgm:spPr/>
      <dgm:t>
        <a:bodyPr/>
        <a:lstStyle/>
        <a:p>
          <a:pPr latinLnBrk="1"/>
          <a:endParaRPr lang="ko-KR" altLang="en-US"/>
        </a:p>
      </dgm:t>
    </dgm:pt>
    <dgm:pt modelId="{1DB9B64C-9236-694F-B084-8E1D35B9E336}" type="parTrans" cxnId="{81C57A08-3D50-2644-A590-F948BB86CC8C}">
      <dgm:prSet/>
      <dgm:spPr/>
      <dgm:t>
        <a:bodyPr/>
        <a:lstStyle/>
        <a:p>
          <a:pPr latinLnBrk="1"/>
          <a:endParaRPr lang="ko-KR" altLang="en-US"/>
        </a:p>
      </dgm:t>
    </dgm:pt>
    <dgm:pt modelId="{6B98A5CD-B852-8A43-91AE-54529E19F5F5}" type="pres">
      <dgm:prSet presAssocID="{42C3C20B-5662-BD4A-94A2-E40B77861DF4}" presName="Name0" presStyleCnt="0">
        <dgm:presLayoutVars>
          <dgm:dir/>
          <dgm:animLvl val="lvl"/>
          <dgm:resizeHandles val="exact"/>
        </dgm:presLayoutVars>
      </dgm:prSet>
      <dgm:spPr/>
    </dgm:pt>
    <dgm:pt modelId="{33E79DB3-F242-8F4F-971D-09D44D4D9BC2}" type="pres">
      <dgm:prSet presAssocID="{7ACAF334-31EB-4D47-B33B-EFB94974CF36}" presName="composite" presStyleCnt="0"/>
      <dgm:spPr/>
    </dgm:pt>
    <dgm:pt modelId="{5FD4ACFE-A3E4-8F40-B09B-174D52E962F8}" type="pres">
      <dgm:prSet presAssocID="{7ACAF334-31EB-4D47-B33B-EFB94974CF36}" presName="parTx" presStyleLbl="alignNode1" presStyleIdx="0" presStyleCnt="3">
        <dgm:presLayoutVars>
          <dgm:chMax val="0"/>
          <dgm:chPref val="0"/>
        </dgm:presLayoutVars>
      </dgm:prSet>
      <dgm:spPr/>
    </dgm:pt>
    <dgm:pt modelId="{CFF9243E-FFCB-F047-9024-3637EA35B1E2}" type="pres">
      <dgm:prSet presAssocID="{7ACAF334-31EB-4D47-B33B-EFB94974CF36}" presName="desTx" presStyleLbl="alignAccFollowNode1" presStyleIdx="0" presStyleCnt="3">
        <dgm:presLayoutVars/>
      </dgm:prSet>
      <dgm:spPr/>
    </dgm:pt>
    <dgm:pt modelId="{2E5D566A-D78B-B74F-98F4-75A25D287280}" type="pres">
      <dgm:prSet presAssocID="{9E28BCD0-5635-2A40-A9BB-B6AC34642898}" presName="space" presStyleCnt="0"/>
      <dgm:spPr/>
    </dgm:pt>
    <dgm:pt modelId="{2B8869C7-FA10-9E41-9235-E018B4DB0351}" type="pres">
      <dgm:prSet presAssocID="{8E5807B8-F2FD-BA46-B8DA-54C2489A40C4}" presName="composite" presStyleCnt="0"/>
      <dgm:spPr/>
    </dgm:pt>
    <dgm:pt modelId="{32634038-8505-9642-80A4-972169845FDC}" type="pres">
      <dgm:prSet presAssocID="{8E5807B8-F2FD-BA46-B8DA-54C2489A40C4}" presName="parTx" presStyleLbl="alignNode1" presStyleIdx="1" presStyleCnt="3">
        <dgm:presLayoutVars>
          <dgm:chMax val="0"/>
          <dgm:chPref val="0"/>
        </dgm:presLayoutVars>
      </dgm:prSet>
      <dgm:spPr/>
    </dgm:pt>
    <dgm:pt modelId="{7A69C37E-BDAB-5742-BAC2-C5CD3C222CE5}" type="pres">
      <dgm:prSet presAssocID="{8E5807B8-F2FD-BA46-B8DA-54C2489A40C4}" presName="desTx" presStyleLbl="alignAccFollowNode1" presStyleIdx="1" presStyleCnt="3">
        <dgm:presLayoutVars/>
      </dgm:prSet>
      <dgm:spPr/>
    </dgm:pt>
    <dgm:pt modelId="{12775940-04BD-F24D-8F0D-F51FF8CF9D8C}" type="pres">
      <dgm:prSet presAssocID="{10FA94B5-034E-8C4F-BC68-2D825C18B956}" presName="space" presStyleCnt="0"/>
      <dgm:spPr/>
    </dgm:pt>
    <dgm:pt modelId="{6ABFAB3D-D252-9746-9724-AAC54A3048AA}" type="pres">
      <dgm:prSet presAssocID="{BFF02683-BA53-8E4B-B9DE-1019431422BB}" presName="composite" presStyleCnt="0"/>
      <dgm:spPr/>
    </dgm:pt>
    <dgm:pt modelId="{C40F140C-157A-9B44-8F68-37E4A866717C}" type="pres">
      <dgm:prSet presAssocID="{BFF02683-BA53-8E4B-B9DE-1019431422BB}" presName="parTx" presStyleLbl="alignNode1" presStyleIdx="2" presStyleCnt="3">
        <dgm:presLayoutVars>
          <dgm:chMax val="0"/>
          <dgm:chPref val="0"/>
        </dgm:presLayoutVars>
      </dgm:prSet>
      <dgm:spPr/>
    </dgm:pt>
    <dgm:pt modelId="{76A36DEE-1614-5A46-9E32-F9B9A9A3B01C}" type="pres">
      <dgm:prSet presAssocID="{BFF02683-BA53-8E4B-B9DE-1019431422BB}" presName="desTx" presStyleLbl="alignAccFollowNode1" presStyleIdx="2" presStyleCnt="3">
        <dgm:presLayoutVars/>
      </dgm:prSet>
      <dgm:spPr/>
    </dgm:pt>
  </dgm:ptLst>
  <dgm:cxnLst>
    <dgm:cxn modelId="{81C57A08-3D50-2644-A590-F948BB86CC8C}" srcId="{7ACAF334-31EB-4D47-B33B-EFB94974CF36}" destId="{0E537B4F-F114-9542-9F29-F905E858F4D7}" srcOrd="3" destOrd="0" parTransId="{1DB9B64C-9236-694F-B084-8E1D35B9E336}" sibTransId="{AD4095BE-7E07-6F43-9C55-20EBA5B03126}"/>
    <dgm:cxn modelId="{FF34C00B-3A4F-D34E-8F06-F975D255FA49}" srcId="{42C3C20B-5662-BD4A-94A2-E40B77861DF4}" destId="{8E5807B8-F2FD-BA46-B8DA-54C2489A40C4}" srcOrd="1" destOrd="0" parTransId="{DD893E22-D591-5247-89CE-89F8218C8E36}" sibTransId="{10FA94B5-034E-8C4F-BC68-2D825C18B956}"/>
    <dgm:cxn modelId="{CD802D17-1C49-DB47-A9A8-728766891455}" type="presOf" srcId="{8E5807B8-F2FD-BA46-B8DA-54C2489A40C4}" destId="{32634038-8505-9642-80A4-972169845FDC}" srcOrd="0" destOrd="0" presId="urn:microsoft.com/office/officeart/2016/7/layout/ChevronBlockProcess"/>
    <dgm:cxn modelId="{9956ED20-E6FE-E244-BF4B-84FE69B994C1}" type="presOf" srcId="{F41B5EFB-F5F2-1948-A277-734D28E16146}" destId="{CFF9243E-FFCB-F047-9024-3637EA35B1E2}" srcOrd="0" destOrd="1" presId="urn:microsoft.com/office/officeart/2016/7/layout/ChevronBlockProcess"/>
    <dgm:cxn modelId="{941D5127-3288-FB47-995C-8F466A897DD7}" type="presOf" srcId="{7ACAF334-31EB-4D47-B33B-EFB94974CF36}" destId="{5FD4ACFE-A3E4-8F40-B09B-174D52E962F8}" srcOrd="0" destOrd="0" presId="urn:microsoft.com/office/officeart/2016/7/layout/ChevronBlockProcess"/>
    <dgm:cxn modelId="{B9656531-47B4-6547-A026-731F1D8BD7B7}" type="presOf" srcId="{A8EB0F2F-14F9-5243-90B1-95E81A7298F1}" destId="{76A36DEE-1614-5A46-9E32-F9B9A9A3B01C}" srcOrd="0" destOrd="0" presId="urn:microsoft.com/office/officeart/2016/7/layout/ChevronBlockProcess"/>
    <dgm:cxn modelId="{ABBA4A4A-09AD-ED45-9F2B-AD20A8F0148B}" type="presOf" srcId="{8DC86974-535D-C844-917D-1C301B15E18B}" destId="{76A36DEE-1614-5A46-9E32-F9B9A9A3B01C}" srcOrd="0" destOrd="1" presId="urn:microsoft.com/office/officeart/2016/7/layout/ChevronBlockProcess"/>
    <dgm:cxn modelId="{F86F8F4E-6722-EC48-9D17-0EA0DF61B503}" type="presOf" srcId="{11233C13-EBDD-984F-BB46-EC49D356B4F0}" destId="{CFF9243E-FFCB-F047-9024-3637EA35B1E2}" srcOrd="0" destOrd="2" presId="urn:microsoft.com/office/officeart/2016/7/layout/ChevronBlockProcess"/>
    <dgm:cxn modelId="{05636564-43CD-3341-956C-1184AB69C4AC}" srcId="{7ACAF334-31EB-4D47-B33B-EFB94974CF36}" destId="{F41B5EFB-F5F2-1948-A277-734D28E16146}" srcOrd="1" destOrd="0" parTransId="{3C074513-EC51-A145-BDA9-8C55119A391C}" sibTransId="{378066BE-330F-AB4B-B604-EF9C8950C64C}"/>
    <dgm:cxn modelId="{7045AC6D-EA99-9D40-8A54-0DE408579001}" type="presOf" srcId="{546A5A4A-5E9E-1242-9EBD-3DB673E0D60B}" destId="{CFF9243E-FFCB-F047-9024-3637EA35B1E2}" srcOrd="0" destOrd="0" presId="urn:microsoft.com/office/officeart/2016/7/layout/ChevronBlockProcess"/>
    <dgm:cxn modelId="{7A6B0477-02F9-CA41-B465-FEB1AC164760}" srcId="{42C3C20B-5662-BD4A-94A2-E40B77861DF4}" destId="{BFF02683-BA53-8E4B-B9DE-1019431422BB}" srcOrd="2" destOrd="0" parTransId="{6F121FD9-8124-FC41-8A7E-80B334F1C131}" sibTransId="{D0C3461D-FC2A-5D40-A6B5-7FC15F5CF686}"/>
    <dgm:cxn modelId="{8692D37F-3E18-3049-8688-6A61CAC3EDD1}" srcId="{7ACAF334-31EB-4D47-B33B-EFB94974CF36}" destId="{2C5C5F27-7B1A-FF4F-AB49-357D0F480F37}" srcOrd="4" destOrd="0" parTransId="{269BF9FC-78EA-F04D-AE65-BB8221E4E2E2}" sibTransId="{FC037F4C-7B86-B249-8921-03D7F77F9E2C}"/>
    <dgm:cxn modelId="{7F61AD80-1DE4-324D-95EA-C7929882D482}" type="presOf" srcId="{6576C518-905A-9D42-9187-A7638F7463B6}" destId="{7A69C37E-BDAB-5742-BAC2-C5CD3C222CE5}" srcOrd="0" destOrd="0" presId="urn:microsoft.com/office/officeart/2016/7/layout/ChevronBlockProcess"/>
    <dgm:cxn modelId="{48FBF383-3461-D649-87AB-A5D2E092B814}" type="presOf" srcId="{2C5C5F27-7B1A-FF4F-AB49-357D0F480F37}" destId="{CFF9243E-FFCB-F047-9024-3637EA35B1E2}" srcOrd="0" destOrd="4" presId="urn:microsoft.com/office/officeart/2016/7/layout/ChevronBlockProcess"/>
    <dgm:cxn modelId="{23813F85-0546-9548-BF8B-710A1726E271}" type="presOf" srcId="{6CF63C3B-F783-574F-9E50-C6DF3FF0E513}" destId="{76A36DEE-1614-5A46-9E32-F9B9A9A3B01C}" srcOrd="0" destOrd="2" presId="urn:microsoft.com/office/officeart/2016/7/layout/ChevronBlockProcess"/>
    <dgm:cxn modelId="{BD180087-D582-FE4F-B66F-7E459C3679DC}" srcId="{BFF02683-BA53-8E4B-B9DE-1019431422BB}" destId="{6CF63C3B-F783-574F-9E50-C6DF3FF0E513}" srcOrd="2" destOrd="0" parTransId="{14DFD346-CA8A-4748-B428-AE3BF828CFA8}" sibTransId="{AE4E0399-DBD1-244C-8211-8B3FAC5AB7CC}"/>
    <dgm:cxn modelId="{308FE987-B931-194D-BD9C-542917F30A01}" srcId="{7ACAF334-31EB-4D47-B33B-EFB94974CF36}" destId="{546A5A4A-5E9E-1242-9EBD-3DB673E0D60B}" srcOrd="0" destOrd="0" parTransId="{65EDF146-E24E-F844-B8FB-3FD89A5B4EC1}" sibTransId="{1F6A3D96-73F0-764E-A066-180F19313357}"/>
    <dgm:cxn modelId="{004C809C-4719-D447-928E-DF12DC1409EF}" type="presOf" srcId="{42C3C20B-5662-BD4A-94A2-E40B77861DF4}" destId="{6B98A5CD-B852-8A43-91AE-54529E19F5F5}" srcOrd="0" destOrd="0" presId="urn:microsoft.com/office/officeart/2016/7/layout/ChevronBlockProcess"/>
    <dgm:cxn modelId="{8BF97BB9-83C7-5748-848A-AE5F92B257E8}" srcId="{8E5807B8-F2FD-BA46-B8DA-54C2489A40C4}" destId="{6576C518-905A-9D42-9187-A7638F7463B6}" srcOrd="0" destOrd="0" parTransId="{C85487B4-FE98-0140-998C-DE1BEDF0F50E}" sibTransId="{5F8BDABE-C59C-9846-9BD8-0159C4AB0AA6}"/>
    <dgm:cxn modelId="{B3F9AEC2-49A8-2948-B396-299752CC2E77}" srcId="{BFF02683-BA53-8E4B-B9DE-1019431422BB}" destId="{8DC86974-535D-C844-917D-1C301B15E18B}" srcOrd="1" destOrd="0" parTransId="{96DF5197-3A93-4A41-B6BB-7052D922BD5A}" sibTransId="{C2AFFFAD-F58D-6741-8192-E19E39F9D5E0}"/>
    <dgm:cxn modelId="{B33A9FC8-0066-1E41-9A0D-4A212A7146FE}" srcId="{BFF02683-BA53-8E4B-B9DE-1019431422BB}" destId="{A8EB0F2F-14F9-5243-90B1-95E81A7298F1}" srcOrd="0" destOrd="0" parTransId="{D1A6037A-B346-7B40-A170-4DB4A68BB493}" sibTransId="{B48DA613-11E8-6640-BE6B-2EF45E01EE86}"/>
    <dgm:cxn modelId="{2B8264D6-8A9C-AE45-9201-84DB07240AD1}" type="presOf" srcId="{BFF02683-BA53-8E4B-B9DE-1019431422BB}" destId="{C40F140C-157A-9B44-8F68-37E4A866717C}" srcOrd="0" destOrd="0" presId="urn:microsoft.com/office/officeart/2016/7/layout/ChevronBlockProcess"/>
    <dgm:cxn modelId="{96BC25DB-2F5B-5C47-9E26-B0CD7BD3DCE8}" type="presOf" srcId="{0E537B4F-F114-9542-9F29-F905E858F4D7}" destId="{CFF9243E-FFCB-F047-9024-3637EA35B1E2}" srcOrd="0" destOrd="3" presId="urn:microsoft.com/office/officeart/2016/7/layout/ChevronBlockProcess"/>
    <dgm:cxn modelId="{4B49ABE9-528E-F34D-9479-E23B70C4F3E5}" srcId="{42C3C20B-5662-BD4A-94A2-E40B77861DF4}" destId="{7ACAF334-31EB-4D47-B33B-EFB94974CF36}" srcOrd="0" destOrd="0" parTransId="{FB22F8EE-D2CF-5C4E-B77C-AE3FABDFB4BF}" sibTransId="{9E28BCD0-5635-2A40-A9BB-B6AC34642898}"/>
    <dgm:cxn modelId="{409861F8-AF49-A34F-8501-7690F0D2EB2B}" srcId="{7ACAF334-31EB-4D47-B33B-EFB94974CF36}" destId="{11233C13-EBDD-984F-BB46-EC49D356B4F0}" srcOrd="2" destOrd="0" parTransId="{8B9DF102-040E-634F-B862-A9F48F30872E}" sibTransId="{13A92E92-841E-B141-9139-136946C2D149}"/>
    <dgm:cxn modelId="{B3024862-2222-424E-95FA-606D5C5975A4}" type="presParOf" srcId="{6B98A5CD-B852-8A43-91AE-54529E19F5F5}" destId="{33E79DB3-F242-8F4F-971D-09D44D4D9BC2}" srcOrd="0" destOrd="0" presId="urn:microsoft.com/office/officeart/2016/7/layout/ChevronBlockProcess"/>
    <dgm:cxn modelId="{5D457C47-E83B-4E44-BBF4-6EEFC72DE514}" type="presParOf" srcId="{33E79DB3-F242-8F4F-971D-09D44D4D9BC2}" destId="{5FD4ACFE-A3E4-8F40-B09B-174D52E962F8}" srcOrd="0" destOrd="0" presId="urn:microsoft.com/office/officeart/2016/7/layout/ChevronBlockProcess"/>
    <dgm:cxn modelId="{B0EBA51C-9DE7-3E4B-8A6A-8DEB038A3F56}" type="presParOf" srcId="{33E79DB3-F242-8F4F-971D-09D44D4D9BC2}" destId="{CFF9243E-FFCB-F047-9024-3637EA35B1E2}" srcOrd="1" destOrd="0" presId="urn:microsoft.com/office/officeart/2016/7/layout/ChevronBlockProcess"/>
    <dgm:cxn modelId="{CFA0CF16-1342-4F43-9D60-4CC5941583C6}" type="presParOf" srcId="{6B98A5CD-B852-8A43-91AE-54529E19F5F5}" destId="{2E5D566A-D78B-B74F-98F4-75A25D287280}" srcOrd="1" destOrd="0" presId="urn:microsoft.com/office/officeart/2016/7/layout/ChevronBlockProcess"/>
    <dgm:cxn modelId="{AFCD8138-02C4-5A4E-92E9-D362BE769402}" type="presParOf" srcId="{6B98A5CD-B852-8A43-91AE-54529E19F5F5}" destId="{2B8869C7-FA10-9E41-9235-E018B4DB0351}" srcOrd="2" destOrd="0" presId="urn:microsoft.com/office/officeart/2016/7/layout/ChevronBlockProcess"/>
    <dgm:cxn modelId="{C0762637-8A8E-DF46-AA50-67043A4AB29D}" type="presParOf" srcId="{2B8869C7-FA10-9E41-9235-E018B4DB0351}" destId="{32634038-8505-9642-80A4-972169845FDC}" srcOrd="0" destOrd="0" presId="urn:microsoft.com/office/officeart/2016/7/layout/ChevronBlockProcess"/>
    <dgm:cxn modelId="{138241E6-8E37-E447-A70F-A7B8D8A9F21E}" type="presParOf" srcId="{2B8869C7-FA10-9E41-9235-E018B4DB0351}" destId="{7A69C37E-BDAB-5742-BAC2-C5CD3C222CE5}" srcOrd="1" destOrd="0" presId="urn:microsoft.com/office/officeart/2016/7/layout/ChevronBlockProcess"/>
    <dgm:cxn modelId="{16DA3801-51C1-4743-AA9C-4EE4B5A5E49A}" type="presParOf" srcId="{6B98A5CD-B852-8A43-91AE-54529E19F5F5}" destId="{12775940-04BD-F24D-8F0D-F51FF8CF9D8C}" srcOrd="3" destOrd="0" presId="urn:microsoft.com/office/officeart/2016/7/layout/ChevronBlockProcess"/>
    <dgm:cxn modelId="{9A4E0DEA-271B-7F41-8B06-575A040EAD2F}" type="presParOf" srcId="{6B98A5CD-B852-8A43-91AE-54529E19F5F5}" destId="{6ABFAB3D-D252-9746-9724-AAC54A3048AA}" srcOrd="4" destOrd="0" presId="urn:microsoft.com/office/officeart/2016/7/layout/ChevronBlockProcess"/>
    <dgm:cxn modelId="{F2E3BF42-50B2-E54D-B287-2DCF71E0F755}" type="presParOf" srcId="{6ABFAB3D-D252-9746-9724-AAC54A3048AA}" destId="{C40F140C-157A-9B44-8F68-37E4A866717C}" srcOrd="0" destOrd="0" presId="urn:microsoft.com/office/officeart/2016/7/layout/ChevronBlockProcess"/>
    <dgm:cxn modelId="{1FC7C641-06C3-2E4C-B2AF-60E20910D1CF}" type="presParOf" srcId="{6ABFAB3D-D252-9746-9724-AAC54A3048AA}" destId="{76A36DEE-1614-5A46-9E32-F9B9A9A3B01C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03B45E-079A-494F-8684-A184E820BE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945F1F-47FD-4AB7-BD5E-C70B30521B17}">
      <dgm:prSet/>
      <dgm:spPr/>
      <dgm:t>
        <a:bodyPr/>
        <a:lstStyle/>
        <a:p>
          <a:r>
            <a:rPr lang="en-US"/>
            <a:t>Three parameters</a:t>
          </a:r>
        </a:p>
      </dgm:t>
    </dgm:pt>
    <dgm:pt modelId="{248E3BF7-9130-419B-B808-24F06CC07BCF}" type="parTrans" cxnId="{CA5CDA20-A528-491C-A104-D9DD72AECF9B}">
      <dgm:prSet/>
      <dgm:spPr/>
      <dgm:t>
        <a:bodyPr/>
        <a:lstStyle/>
        <a:p>
          <a:endParaRPr lang="en-US"/>
        </a:p>
      </dgm:t>
    </dgm:pt>
    <dgm:pt modelId="{7B60A804-037E-4F80-B5A4-BD0BE8D94165}" type="sibTrans" cxnId="{CA5CDA20-A528-491C-A104-D9DD72AECF9B}">
      <dgm:prSet/>
      <dgm:spPr/>
      <dgm:t>
        <a:bodyPr/>
        <a:lstStyle/>
        <a:p>
          <a:endParaRPr lang="en-US"/>
        </a:p>
      </dgm:t>
    </dgm:pt>
    <dgm:pt modelId="{F616E81F-ECD6-4304-8700-D7EB1C5CC823}">
      <dgm:prSet/>
      <dgm:spPr/>
      <dgm:t>
        <a:bodyPr/>
        <a:lstStyle/>
        <a:p>
          <a:r>
            <a:rPr lang="en-US"/>
            <a:t>B : Number of Trees</a:t>
          </a:r>
        </a:p>
      </dgm:t>
    </dgm:pt>
    <dgm:pt modelId="{D31EDBB3-1A22-46DE-B8C2-FED228027FF5}" type="parTrans" cxnId="{F0827A62-51F6-4D83-B50F-125152BD200A}">
      <dgm:prSet/>
      <dgm:spPr/>
      <dgm:t>
        <a:bodyPr/>
        <a:lstStyle/>
        <a:p>
          <a:endParaRPr lang="en-US"/>
        </a:p>
      </dgm:t>
    </dgm:pt>
    <dgm:pt modelId="{4308451C-C6D4-4950-B0F7-7C9A025CFE5D}" type="sibTrans" cxnId="{F0827A62-51F6-4D83-B50F-125152BD200A}">
      <dgm:prSet/>
      <dgm:spPr/>
      <dgm:t>
        <a:bodyPr/>
        <a:lstStyle/>
        <a:p>
          <a:endParaRPr lang="en-US"/>
        </a:p>
      </dgm:t>
    </dgm:pt>
    <dgm:pt modelId="{73D2C832-B238-42C4-9792-5E9DD6F10591}">
      <dgm:prSet/>
      <dgm:spPr/>
      <dgm:t>
        <a:bodyPr/>
        <a:lstStyle/>
        <a:p>
          <a:r>
            <a:rPr lang="en-US"/>
            <a:t>λ : Shrinkage parameter</a:t>
          </a:r>
        </a:p>
      </dgm:t>
    </dgm:pt>
    <dgm:pt modelId="{CAF500C3-C2D5-4C7F-8E8A-6F7B7B52A8A4}" type="parTrans" cxnId="{6A29A2A7-B4B6-415B-80B6-B6E7736F6B92}">
      <dgm:prSet/>
      <dgm:spPr/>
      <dgm:t>
        <a:bodyPr/>
        <a:lstStyle/>
        <a:p>
          <a:endParaRPr lang="en-US"/>
        </a:p>
      </dgm:t>
    </dgm:pt>
    <dgm:pt modelId="{2D3C5952-5800-4C42-9BA7-616D656FC89C}" type="sibTrans" cxnId="{6A29A2A7-B4B6-415B-80B6-B6E7736F6B92}">
      <dgm:prSet/>
      <dgm:spPr/>
      <dgm:t>
        <a:bodyPr/>
        <a:lstStyle/>
        <a:p>
          <a:endParaRPr lang="en-US"/>
        </a:p>
      </dgm:t>
    </dgm:pt>
    <dgm:pt modelId="{94C4E9AC-CC64-42CD-9565-DA586F03080E}">
      <dgm:prSet/>
      <dgm:spPr/>
      <dgm:t>
        <a:bodyPr/>
        <a:lstStyle/>
        <a:p>
          <a:r>
            <a:rPr lang="en-US"/>
            <a:t>d : Number of Splits</a:t>
          </a:r>
        </a:p>
      </dgm:t>
    </dgm:pt>
    <dgm:pt modelId="{796AE089-444C-4193-BDE3-7C89E8817603}" type="parTrans" cxnId="{6FF4088C-DACB-4C59-BC4F-8675534545F7}">
      <dgm:prSet/>
      <dgm:spPr/>
      <dgm:t>
        <a:bodyPr/>
        <a:lstStyle/>
        <a:p>
          <a:endParaRPr lang="en-US"/>
        </a:p>
      </dgm:t>
    </dgm:pt>
    <dgm:pt modelId="{309336A5-503A-4B53-9CA5-B43B85A1253B}" type="sibTrans" cxnId="{6FF4088C-DACB-4C59-BC4F-8675534545F7}">
      <dgm:prSet/>
      <dgm:spPr/>
      <dgm:t>
        <a:bodyPr/>
        <a:lstStyle/>
        <a:p>
          <a:endParaRPr lang="en-US"/>
        </a:p>
      </dgm:t>
    </dgm:pt>
    <dgm:pt modelId="{D04E0FB2-5D1A-3F44-AD16-DF9C303A1F6B}" type="pres">
      <dgm:prSet presAssocID="{D003B45E-079A-494F-8684-A184E820BE1D}" presName="linear" presStyleCnt="0">
        <dgm:presLayoutVars>
          <dgm:animLvl val="lvl"/>
          <dgm:resizeHandles val="exact"/>
        </dgm:presLayoutVars>
      </dgm:prSet>
      <dgm:spPr/>
    </dgm:pt>
    <dgm:pt modelId="{902FEEF3-3EBF-FA4B-AD5D-819003B27B86}" type="pres">
      <dgm:prSet presAssocID="{90945F1F-47FD-4AB7-BD5E-C70B30521B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D7E4EB-288C-4341-964B-862F225B358E}" type="pres">
      <dgm:prSet presAssocID="{7B60A804-037E-4F80-B5A4-BD0BE8D94165}" presName="spacer" presStyleCnt="0"/>
      <dgm:spPr/>
    </dgm:pt>
    <dgm:pt modelId="{5F7FEC38-C91B-434C-B287-A58DD9FFF70F}" type="pres">
      <dgm:prSet presAssocID="{F616E81F-ECD6-4304-8700-D7EB1C5CC8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225042-7056-884A-804D-C07149590AE3}" type="pres">
      <dgm:prSet presAssocID="{4308451C-C6D4-4950-B0F7-7C9A025CFE5D}" presName="spacer" presStyleCnt="0"/>
      <dgm:spPr/>
    </dgm:pt>
    <dgm:pt modelId="{E9C6C492-8904-9949-A37A-69E115F085E5}" type="pres">
      <dgm:prSet presAssocID="{73D2C832-B238-42C4-9792-5E9DD6F105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8000021-DB42-7F4E-B097-784BD0170346}" type="pres">
      <dgm:prSet presAssocID="{2D3C5952-5800-4C42-9BA7-616D656FC89C}" presName="spacer" presStyleCnt="0"/>
      <dgm:spPr/>
    </dgm:pt>
    <dgm:pt modelId="{E976ED75-0F15-C546-BA4C-933237D59D01}" type="pres">
      <dgm:prSet presAssocID="{94C4E9AC-CC64-42CD-9565-DA586F0308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5CDA20-A528-491C-A104-D9DD72AECF9B}" srcId="{D003B45E-079A-494F-8684-A184E820BE1D}" destId="{90945F1F-47FD-4AB7-BD5E-C70B30521B17}" srcOrd="0" destOrd="0" parTransId="{248E3BF7-9130-419B-B808-24F06CC07BCF}" sibTransId="{7B60A804-037E-4F80-B5A4-BD0BE8D94165}"/>
    <dgm:cxn modelId="{B276E931-1FA3-CE4C-9DC2-14994D299122}" type="presOf" srcId="{94C4E9AC-CC64-42CD-9565-DA586F03080E}" destId="{E976ED75-0F15-C546-BA4C-933237D59D01}" srcOrd="0" destOrd="0" presId="urn:microsoft.com/office/officeart/2005/8/layout/vList2"/>
    <dgm:cxn modelId="{F0827A62-51F6-4D83-B50F-125152BD200A}" srcId="{D003B45E-079A-494F-8684-A184E820BE1D}" destId="{F616E81F-ECD6-4304-8700-D7EB1C5CC823}" srcOrd="1" destOrd="0" parTransId="{D31EDBB3-1A22-46DE-B8C2-FED228027FF5}" sibTransId="{4308451C-C6D4-4950-B0F7-7C9A025CFE5D}"/>
    <dgm:cxn modelId="{F0EEE576-AC5F-A340-B815-B8FB3695617D}" type="presOf" srcId="{D003B45E-079A-494F-8684-A184E820BE1D}" destId="{D04E0FB2-5D1A-3F44-AD16-DF9C303A1F6B}" srcOrd="0" destOrd="0" presId="urn:microsoft.com/office/officeart/2005/8/layout/vList2"/>
    <dgm:cxn modelId="{7CCE1C8A-11CA-694D-85AD-247D20721A5E}" type="presOf" srcId="{73D2C832-B238-42C4-9792-5E9DD6F10591}" destId="{E9C6C492-8904-9949-A37A-69E115F085E5}" srcOrd="0" destOrd="0" presId="urn:microsoft.com/office/officeart/2005/8/layout/vList2"/>
    <dgm:cxn modelId="{6FF4088C-DACB-4C59-BC4F-8675534545F7}" srcId="{D003B45E-079A-494F-8684-A184E820BE1D}" destId="{94C4E9AC-CC64-42CD-9565-DA586F03080E}" srcOrd="3" destOrd="0" parTransId="{796AE089-444C-4193-BDE3-7C89E8817603}" sibTransId="{309336A5-503A-4B53-9CA5-B43B85A1253B}"/>
    <dgm:cxn modelId="{6A29A2A7-B4B6-415B-80B6-B6E7736F6B92}" srcId="{D003B45E-079A-494F-8684-A184E820BE1D}" destId="{73D2C832-B238-42C4-9792-5E9DD6F10591}" srcOrd="2" destOrd="0" parTransId="{CAF500C3-C2D5-4C7F-8E8A-6F7B7B52A8A4}" sibTransId="{2D3C5952-5800-4C42-9BA7-616D656FC89C}"/>
    <dgm:cxn modelId="{3267F1E9-6EFA-2348-97E8-84FBBA05FCC9}" type="presOf" srcId="{F616E81F-ECD6-4304-8700-D7EB1C5CC823}" destId="{5F7FEC38-C91B-434C-B287-A58DD9FFF70F}" srcOrd="0" destOrd="0" presId="urn:microsoft.com/office/officeart/2005/8/layout/vList2"/>
    <dgm:cxn modelId="{63EDBCEC-D1F6-4D41-99BD-48A0964B26DC}" type="presOf" srcId="{90945F1F-47FD-4AB7-BD5E-C70B30521B17}" destId="{902FEEF3-3EBF-FA4B-AD5D-819003B27B86}" srcOrd="0" destOrd="0" presId="urn:microsoft.com/office/officeart/2005/8/layout/vList2"/>
    <dgm:cxn modelId="{C560D695-A2E7-8F46-8446-7BF6B79A6317}" type="presParOf" srcId="{D04E0FB2-5D1A-3F44-AD16-DF9C303A1F6B}" destId="{902FEEF3-3EBF-FA4B-AD5D-819003B27B86}" srcOrd="0" destOrd="0" presId="urn:microsoft.com/office/officeart/2005/8/layout/vList2"/>
    <dgm:cxn modelId="{4481F866-9983-6B45-900C-4C352ABA5233}" type="presParOf" srcId="{D04E0FB2-5D1A-3F44-AD16-DF9C303A1F6B}" destId="{85D7E4EB-288C-4341-964B-862F225B358E}" srcOrd="1" destOrd="0" presId="urn:microsoft.com/office/officeart/2005/8/layout/vList2"/>
    <dgm:cxn modelId="{BDE58FE9-93D7-AA4F-A16E-154DCA891AD3}" type="presParOf" srcId="{D04E0FB2-5D1A-3F44-AD16-DF9C303A1F6B}" destId="{5F7FEC38-C91B-434C-B287-A58DD9FFF70F}" srcOrd="2" destOrd="0" presId="urn:microsoft.com/office/officeart/2005/8/layout/vList2"/>
    <dgm:cxn modelId="{BE5B4B97-4723-BE4A-8B4F-425FE9AAD87C}" type="presParOf" srcId="{D04E0FB2-5D1A-3F44-AD16-DF9C303A1F6B}" destId="{6F225042-7056-884A-804D-C07149590AE3}" srcOrd="3" destOrd="0" presId="urn:microsoft.com/office/officeart/2005/8/layout/vList2"/>
    <dgm:cxn modelId="{E07FD384-FD61-E346-9B9B-E87E6AED7FA9}" type="presParOf" srcId="{D04E0FB2-5D1A-3F44-AD16-DF9C303A1F6B}" destId="{E9C6C492-8904-9949-A37A-69E115F085E5}" srcOrd="4" destOrd="0" presId="urn:microsoft.com/office/officeart/2005/8/layout/vList2"/>
    <dgm:cxn modelId="{45430767-1D27-F64D-88F1-C56FB9287181}" type="presParOf" srcId="{D04E0FB2-5D1A-3F44-AD16-DF9C303A1F6B}" destId="{48000021-DB42-7F4E-B097-784BD0170346}" srcOrd="5" destOrd="0" presId="urn:microsoft.com/office/officeart/2005/8/layout/vList2"/>
    <dgm:cxn modelId="{7770E627-EBDA-9947-BC87-5C03F9834416}" type="presParOf" srcId="{D04E0FB2-5D1A-3F44-AD16-DF9C303A1F6B}" destId="{E976ED75-0F15-C546-BA4C-933237D59D0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4ACFE-A3E4-8F40-B09B-174D52E962F8}">
      <dsp:nvSpPr>
        <dsp:cNvPr id="0" name=""/>
        <dsp:cNvSpPr/>
      </dsp:nvSpPr>
      <dsp:spPr>
        <a:xfrm>
          <a:off x="9280" y="418827"/>
          <a:ext cx="3672813" cy="1101843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47" tIns="136047" rIns="136047" bIns="136047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800" kern="1200"/>
            <a:t>Language</a:t>
          </a:r>
          <a:endParaRPr lang="ko-KR" sz="2800" kern="1200"/>
        </a:p>
      </dsp:txBody>
      <dsp:txXfrm>
        <a:off x="339833" y="418827"/>
        <a:ext cx="3011707" cy="1101843"/>
      </dsp:txXfrm>
    </dsp:sp>
    <dsp:sp modelId="{CFF9243E-FFCB-F047-9024-3637EA35B1E2}">
      <dsp:nvSpPr>
        <dsp:cNvPr id="0" name=""/>
        <dsp:cNvSpPr/>
      </dsp:nvSpPr>
      <dsp:spPr>
        <a:xfrm>
          <a:off x="9280" y="1520671"/>
          <a:ext cx="3342259" cy="22533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13" tIns="264113" rIns="264113" bIns="528226" numCol="1" spcCol="1270" anchor="t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Python</a:t>
          </a:r>
          <a:endParaRPr lang="ko-KR" altLang="en-US" sz="1100" kern="1200" dirty="0"/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Random Forest</a:t>
          </a:r>
          <a:endParaRPr lang="ko-KR" altLang="en-US" sz="1100" kern="1200" dirty="0"/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Tree Boosting</a:t>
          </a:r>
          <a:endParaRPr lang="ko-KR" altLang="en-US" sz="1100" kern="1200" dirty="0"/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Single Layer Neural Network</a:t>
          </a:r>
          <a:endParaRPr lang="ko-KR" altLang="en-US" sz="1100" kern="1200" dirty="0"/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Multilayer Neural Network</a:t>
          </a:r>
          <a:endParaRPr lang="ko-KR" altLang="en-US" sz="1100" kern="1200" dirty="0"/>
        </a:p>
      </dsp:txBody>
      <dsp:txXfrm>
        <a:off x="9280" y="1520671"/>
        <a:ext cx="3342259" cy="2253305"/>
      </dsp:txXfrm>
    </dsp:sp>
    <dsp:sp modelId="{32634038-8505-9642-80A4-972169845FDC}">
      <dsp:nvSpPr>
        <dsp:cNvPr id="0" name=""/>
        <dsp:cNvSpPr/>
      </dsp:nvSpPr>
      <dsp:spPr>
        <a:xfrm>
          <a:off x="3627507" y="418827"/>
          <a:ext cx="3672813" cy="1101843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47" tIns="136047" rIns="136047" bIns="136047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800" kern="1200"/>
            <a:t>Data </a:t>
          </a:r>
          <a:endParaRPr lang="ko-KR" sz="2800" kern="1200"/>
        </a:p>
      </dsp:txBody>
      <dsp:txXfrm>
        <a:off x="3958060" y="418827"/>
        <a:ext cx="3011707" cy="1101843"/>
      </dsp:txXfrm>
    </dsp:sp>
    <dsp:sp modelId="{7A69C37E-BDAB-5742-BAC2-C5CD3C222CE5}">
      <dsp:nvSpPr>
        <dsp:cNvPr id="0" name=""/>
        <dsp:cNvSpPr/>
      </dsp:nvSpPr>
      <dsp:spPr>
        <a:xfrm>
          <a:off x="3627507" y="1520671"/>
          <a:ext cx="3342259" cy="22533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13" tIns="264113" rIns="264113" bIns="528226" numCol="1" spcCol="1270" anchor="t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100" kern="1200" dirty="0"/>
            <a:t>MINIST Data set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ko-KR" sz="1100" kern="1200" dirty="0"/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100" kern="1200" dirty="0"/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100" kern="1200" dirty="0"/>
        </a:p>
      </dsp:txBody>
      <dsp:txXfrm>
        <a:off x="3627507" y="1520671"/>
        <a:ext cx="3342259" cy="2253305"/>
      </dsp:txXfrm>
    </dsp:sp>
    <dsp:sp modelId="{C40F140C-157A-9B44-8F68-37E4A866717C}">
      <dsp:nvSpPr>
        <dsp:cNvPr id="0" name=""/>
        <dsp:cNvSpPr/>
      </dsp:nvSpPr>
      <dsp:spPr>
        <a:xfrm>
          <a:off x="7245735" y="418827"/>
          <a:ext cx="3672813" cy="1101843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47" tIns="136047" rIns="136047" bIns="136047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800" kern="1200"/>
            <a:t>Objective </a:t>
          </a:r>
          <a:endParaRPr lang="ko-KR" sz="2800" kern="1200"/>
        </a:p>
      </dsp:txBody>
      <dsp:txXfrm>
        <a:off x="7576288" y="418827"/>
        <a:ext cx="3011707" cy="1101843"/>
      </dsp:txXfrm>
    </dsp:sp>
    <dsp:sp modelId="{76A36DEE-1614-5A46-9E32-F9B9A9A3B01C}">
      <dsp:nvSpPr>
        <dsp:cNvPr id="0" name=""/>
        <dsp:cNvSpPr/>
      </dsp:nvSpPr>
      <dsp:spPr>
        <a:xfrm>
          <a:off x="7245735" y="1520671"/>
          <a:ext cx="3342259" cy="22533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13" tIns="264113" rIns="264113" bIns="528226" numCol="1" spcCol="1270" anchor="t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100" kern="1200" dirty="0"/>
            <a:t>Compare the Efficiency </a:t>
          </a:r>
          <a:endParaRPr lang="ko-KR" altLang="en-US" sz="1100" kern="1200" dirty="0"/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Time Cost</a:t>
          </a:r>
          <a:endParaRPr lang="ko-KR" altLang="en-US" sz="1100" kern="1200" dirty="0"/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Accuracy </a:t>
          </a:r>
          <a:endParaRPr lang="ko-KR" altLang="en-US" sz="1100" kern="1200" dirty="0"/>
        </a:p>
      </dsp:txBody>
      <dsp:txXfrm>
        <a:off x="7245735" y="1520671"/>
        <a:ext cx="3342259" cy="22533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FEEF3-3EBF-FA4B-AD5D-819003B27B86}">
      <dsp:nvSpPr>
        <dsp:cNvPr id="0" name=""/>
        <dsp:cNvSpPr/>
      </dsp:nvSpPr>
      <dsp:spPr>
        <a:xfrm>
          <a:off x="0" y="53109"/>
          <a:ext cx="5181600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Three parameters</a:t>
          </a:r>
        </a:p>
      </dsp:txBody>
      <dsp:txXfrm>
        <a:off x="48433" y="101542"/>
        <a:ext cx="5084734" cy="895294"/>
      </dsp:txXfrm>
    </dsp:sp>
    <dsp:sp modelId="{5F7FEC38-C91B-434C-B287-A58DD9FFF70F}">
      <dsp:nvSpPr>
        <dsp:cNvPr id="0" name=""/>
        <dsp:cNvSpPr/>
      </dsp:nvSpPr>
      <dsp:spPr>
        <a:xfrm>
          <a:off x="0" y="1137429"/>
          <a:ext cx="5181600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 : Number of Trees</a:t>
          </a:r>
        </a:p>
      </dsp:txBody>
      <dsp:txXfrm>
        <a:off x="48433" y="1185862"/>
        <a:ext cx="5084734" cy="895294"/>
      </dsp:txXfrm>
    </dsp:sp>
    <dsp:sp modelId="{E9C6C492-8904-9949-A37A-69E115F085E5}">
      <dsp:nvSpPr>
        <dsp:cNvPr id="0" name=""/>
        <dsp:cNvSpPr/>
      </dsp:nvSpPr>
      <dsp:spPr>
        <a:xfrm>
          <a:off x="0" y="2221749"/>
          <a:ext cx="5181600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λ : Shrinkage parameter</a:t>
          </a:r>
        </a:p>
      </dsp:txBody>
      <dsp:txXfrm>
        <a:off x="48433" y="2270182"/>
        <a:ext cx="5084734" cy="895294"/>
      </dsp:txXfrm>
    </dsp:sp>
    <dsp:sp modelId="{E976ED75-0F15-C546-BA4C-933237D59D01}">
      <dsp:nvSpPr>
        <dsp:cNvPr id="0" name=""/>
        <dsp:cNvSpPr/>
      </dsp:nvSpPr>
      <dsp:spPr>
        <a:xfrm>
          <a:off x="0" y="3306069"/>
          <a:ext cx="5181600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 : Number of Splits</a:t>
          </a:r>
        </a:p>
      </dsp:txBody>
      <dsp:txXfrm>
        <a:off x="48433" y="3354502"/>
        <a:ext cx="5084734" cy="895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86DB1-B593-F989-AC07-91E843EE4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B66A8B-F24F-A836-49B0-15D53C277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9A8420-D5AB-7D03-7A62-ADCDD286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476B2C-3C6A-0C35-1348-B65E22AF4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E62F8F-8D22-F920-786A-68AA9D7C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194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DCE21-39E6-7501-F773-162D91D70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1A360-585B-31B5-520C-D656F0EDF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6B0CBC-5A48-E24D-26B1-7DB258C6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C1AE35-362A-DE35-EE8B-A6FA8135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65BCA5-6058-6199-239E-A5EE4C92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075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DFB0B-ECAC-8DF2-9D6F-39B2F74C5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E86698-B48E-94EB-0A67-A51771818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B0DEB5-4C27-985A-2474-A3D277C4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183D56-AC08-4400-93F4-48C9A92D6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C2F2AB-6EC9-4157-9869-D505B7C9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015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D781B-2AE2-F3C8-9AA2-DC08EC77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48245C-FDB7-08B3-25AC-8B800B861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36BDBC-8850-4C61-A799-C99BE63B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6038D5-56D1-18AB-372D-7A960268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0F0CEA-CF11-1179-0E6C-54DFA4DE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411AE7-2FE9-EFD4-9B06-640D96614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609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57007-8F74-F07F-D4D9-D389704A8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944905-EF4C-1435-EA34-53D8947FB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8EE777-28FC-123E-4189-98FEAAED3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12A18A-3DB4-95E1-3F86-16F2950CD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A75267-193D-356A-4F6E-69EC7A9F5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76340D-431F-1F60-DD09-BD1BC4B91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7B75A9-49DC-F431-4FEF-CAB19E3B7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8F19FD-6F16-4907-97B1-D2689FC8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202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4E330-8229-7C66-FF4F-CB56DBEE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02A559-4C75-074F-1F5F-389B9647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A12140-BD08-27B2-AA64-D7495645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1CF3A2-5094-E4AE-4730-24A4C572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652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2221CA-5EA4-DC10-1E14-A266009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6AE805-976A-43E2-4EDA-DC0FA0BD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63B09-8248-B787-327F-BF8682CD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898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361C4-F4DD-49F9-CC97-963E090F4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EF604-527B-63EA-8F7C-F15976F0B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D32978-792E-65C3-8693-09AF33F2B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3401C8-333B-2FF9-3D18-51F70019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82859A-2E6A-A973-0743-A826FBB4F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9BB98-5F04-D41F-E22E-9637E43C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588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0AB13-1F89-1C88-DDDD-9118CFE8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F3382D-9E47-F055-2A9C-84E6709A1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F35AAB-394C-64DD-C1A8-D47B63324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9AB40D-A139-AB2D-876E-94AAD1BAD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3C2A91-F3CD-471A-6F7F-CDF60159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98B646-CA29-0BC5-11F3-9FECD891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82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3594B-B7AD-41F8-0735-DFD10FCA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22EA74-BC8D-77E7-5FE6-E3B6434B5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32D326-C069-4101-450E-CEE45A1B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F57D58-6523-2451-11B3-4728AE12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A4707-0D72-3B39-1419-26C8DC7C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5204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F4DC7D-CD43-43F9-E0BA-4D32735F5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CFD584-1707-E511-0995-579DF677F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8C87D-E0B4-B5A9-C418-8E8B0890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2C306F-F02A-7D4C-379E-8C35CBFF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C3D9D6-6149-DABE-C8EA-A34E602E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618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C878C8-5AB2-FF70-20ED-77757B2D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8C22D5-6415-295A-0961-84BBEF687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5EFE7-8C7D-A79B-8239-B1E45E826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6F11A-87FA-5B48-8234-AC8E4DB83151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52ED60-4653-4981-A14F-58E95B530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0CC5E4-34CD-05D8-CCE8-71133671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5C701-0D17-CC4D-80C2-E64BCE36E53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985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839BF34-0536-AF9E-6F08-82E205AD6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kumimoji="1" lang="en-US" altLang="ko-KR" sz="5400"/>
              <a:t>Handwritten Digit Classification</a:t>
            </a:r>
            <a:endParaRPr kumimoji="1" lang="ko-KR" altLang="en-US" sz="54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E5B082-0EFB-1D7C-6CFF-B1757B94F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" altLang="ko-KR" sz="1900"/>
              <a:t>Brandon Park, </a:t>
            </a:r>
            <a:r>
              <a:rPr lang="en" altLang="ko-KR" sz="1900" err="1"/>
              <a:t>Jungjae</a:t>
            </a:r>
            <a:r>
              <a:rPr lang="en" altLang="ko-KR" sz="1900"/>
              <a:t> Park, </a:t>
            </a:r>
            <a:r>
              <a:rPr lang="en" altLang="ko-KR" sz="1900" err="1"/>
              <a:t>Kyunghwan</a:t>
            </a:r>
            <a:r>
              <a:rPr lang="en" altLang="ko-KR" sz="1900"/>
              <a:t> Min, Minjae Lee, Minseo Jang</a:t>
            </a:r>
          </a:p>
          <a:p>
            <a:pPr algn="l"/>
            <a:br>
              <a:rPr lang="en" altLang="ko-KR" sz="1900"/>
            </a:br>
            <a:br>
              <a:rPr lang="en" altLang="ko-KR" sz="1900"/>
            </a:br>
            <a:endParaRPr kumimoji="1" lang="ko-KR" altLang="en-US" sz="1900"/>
          </a:p>
        </p:txBody>
      </p:sp>
      <p:pic>
        <p:nvPicPr>
          <p:cNvPr id="5" name="Picture 4" descr="칠판 위의 복잡한 수학 공식">
            <a:extLst>
              <a:ext uri="{FF2B5EF4-FFF2-40B4-BE49-F238E27FC236}">
                <a16:creationId xmlns:a16="http://schemas.microsoft.com/office/drawing/2014/main" id="{7E8CAF93-3AF7-0364-EEFD-3FFB783F9F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74" r="18250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1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05077D-BD12-79D8-9407-77620BCC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kumimoji="1" lang="en-US" altLang="ko-KR" sz="4000" dirty="0">
                <a:solidFill>
                  <a:srgbClr val="FFFFFF"/>
                </a:solidFill>
              </a:rPr>
              <a:t>Tools	</a:t>
            </a:r>
            <a:endParaRPr kumimoji="1" lang="ko-KR" altLang="en-US" sz="40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CA5A9-9028-6C9C-37D6-50A933D34C2F}"/>
              </a:ext>
            </a:extLst>
          </p:cNvPr>
          <p:cNvSpPr txBox="1"/>
          <p:nvPr/>
        </p:nvSpPr>
        <p:spPr>
          <a:xfrm>
            <a:off x="3451206" y="1999715"/>
            <a:ext cx="259878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kumimoji="1" lang="en-US" altLang="ko-KR"/>
          </a:p>
          <a:p>
            <a:pPr>
              <a:spcAft>
                <a:spcPts val="600"/>
              </a:spcAft>
            </a:pPr>
            <a:endParaRPr kumimoji="1" lang="ko-KR" altLang="en-US"/>
          </a:p>
        </p:txBody>
      </p:sp>
      <p:graphicFrame>
        <p:nvGraphicFramePr>
          <p:cNvPr id="31" name="내용 개체 틀 30">
            <a:extLst>
              <a:ext uri="{FF2B5EF4-FFF2-40B4-BE49-F238E27FC236}">
                <a16:creationId xmlns:a16="http://schemas.microsoft.com/office/drawing/2014/main" id="{274FAE99-332F-4FB1-63F2-63BA9C2E13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52822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41F3B5D-A10F-ECD1-A6AA-8CDB76B82D76}"/>
              </a:ext>
            </a:extLst>
          </p:cNvPr>
          <p:cNvSpPr txBox="1"/>
          <p:nvPr/>
        </p:nvSpPr>
        <p:spPr>
          <a:xfrm>
            <a:off x="8869680" y="-8458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407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7156F-7223-689C-E7E6-F82A37CAB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kumimoji="1" lang="en-US" altLang="ko-KR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MNIST Data Set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E3208-B942-6F2C-D5FB-D132E4CECA9F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2200" dirty="0"/>
              <a:t>Training set: 60000  Images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ko-KR" sz="2200" dirty="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2200" dirty="0"/>
              <a:t>Test set: 10000 Images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ko-KR" sz="2200" dirty="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2200" dirty="0"/>
              <a:t>Each images with 28 x 28 = 764 pixels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2200" dirty="0"/>
              <a:t>Each pixels have value of 0 – 255 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EB47C35-9550-6FA5-86A0-D464E79A6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021328"/>
            <a:ext cx="6903720" cy="481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6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B6186-8A5B-4CD5-3EDE-01B4C1B06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				   </a:t>
            </a:r>
            <a:r>
              <a:rPr kumimoji="1" lang="en-US" altLang="ko-KR" sz="5400" dirty="0"/>
              <a:t>Trees</a:t>
            </a:r>
            <a:endParaRPr kumimoji="1" lang="ko-KR" altLang="en-US" sz="5400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83D8AC8-ED00-229D-67FC-1801FC84E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779" y="1788404"/>
            <a:ext cx="4687534" cy="43513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1F0CCA0-FB27-A188-6A97-9E72D7A49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630" y="1690688"/>
            <a:ext cx="5473170" cy="397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04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8338DA6-BEF1-85A0-9F16-E2CFFE36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		   </a:t>
            </a:r>
            <a:r>
              <a:rPr kumimoji="1" lang="en-US" altLang="ko-KR" sz="5400" dirty="0"/>
              <a:t>Building a Tree</a:t>
            </a:r>
            <a:endParaRPr lang="ko-KR" altLang="en-US" sz="54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61492A7-9E55-E593-D352-40AD369FED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ko-KR" dirty="0"/>
              <a:t>Splitting a Tree</a:t>
            </a:r>
          </a:p>
          <a:p>
            <a:pPr>
              <a:buFontTx/>
              <a:buChar char="-"/>
            </a:pPr>
            <a:r>
              <a:rPr kumimoji="1" lang="en-US" altLang="ko-KR" dirty="0"/>
              <a:t>Find boxes that minimize classification error rate</a:t>
            </a:r>
          </a:p>
          <a:p>
            <a:pPr>
              <a:buFontTx/>
              <a:buChar char="-"/>
            </a:pPr>
            <a:endParaRPr kumimoji="1" lang="en-US" altLang="ko-KR" dirty="0"/>
          </a:p>
          <a:p>
            <a:pPr>
              <a:buFontTx/>
              <a:buChar char="-"/>
            </a:pPr>
            <a:endParaRPr kumimoji="1" lang="en-US" altLang="ko-KR" dirty="0"/>
          </a:p>
          <a:p>
            <a:pPr>
              <a:buFontTx/>
              <a:buChar char="-"/>
            </a:pPr>
            <a:endParaRPr kumimoji="1" lang="en-US" altLang="ko-KR" dirty="0"/>
          </a:p>
          <a:p>
            <a:pPr>
              <a:buFontTx/>
              <a:buChar char="-"/>
            </a:pPr>
            <a:endParaRPr kumimoji="1" lang="en-US" altLang="ko-KR" dirty="0"/>
          </a:p>
          <a:p>
            <a:pPr>
              <a:buFontTx/>
              <a:buChar char="-"/>
            </a:pPr>
            <a:r>
              <a:rPr kumimoji="1" lang="en-US" altLang="ko-KR" dirty="0"/>
              <a:t>Recursive binary splitting</a:t>
            </a:r>
          </a:p>
          <a:p>
            <a:pPr lvl="1">
              <a:buFontTx/>
              <a:buChar char="-"/>
            </a:pPr>
            <a:r>
              <a:rPr kumimoji="1" lang="en-US" altLang="ko-KR" dirty="0"/>
              <a:t>Greedy, top-down approach</a:t>
            </a:r>
            <a:endParaRPr kumimoji="1" lang="ko-KR" altLang="en-US" dirty="0"/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258E5C-47D3-D94D-27F5-BB9EEB5D9B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Pruning a Tree </a:t>
            </a:r>
          </a:p>
          <a:p>
            <a:pPr marL="0" indent="0">
              <a:buNone/>
            </a:pPr>
            <a:r>
              <a:rPr lang="en-US" altLang="ko-KR"/>
              <a:t>- Overfitting -&gt; </a:t>
            </a:r>
            <a:r>
              <a:rPr lang="en-US" altLang="ko-KR" dirty="0"/>
              <a:t>poor test set performance</a:t>
            </a:r>
          </a:p>
          <a:p>
            <a:pPr>
              <a:buFontTx/>
              <a:buChar char="-"/>
            </a:pPr>
            <a:r>
              <a:rPr lang="en-US" altLang="ko-KR" dirty="0"/>
              <a:t>Option 1 : threshold</a:t>
            </a:r>
          </a:p>
          <a:p>
            <a:pPr>
              <a:buFontTx/>
              <a:buChar char="-"/>
            </a:pPr>
            <a:r>
              <a:rPr lang="en-US" altLang="ko-KR" dirty="0"/>
              <a:t>Option 2 : pruning – cost complexity pruning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4D32AB-F939-6609-EC0D-9E581B432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442" y="4610100"/>
            <a:ext cx="5981700" cy="17018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A0744A2-BBA1-2E7F-6544-5D7C37C73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34510"/>
            <a:ext cx="3797300" cy="127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1E541CE-A6F5-DE14-0C65-AD2394CF4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71536"/>
            <a:ext cx="3721100" cy="1219200"/>
          </a:xfrm>
          <a:prstGeom prst="rect">
            <a:avLst/>
          </a:prstGeom>
        </p:spPr>
      </p:pic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1B76420F-8106-619A-11E3-34D8712FD8E2}"/>
              </a:ext>
            </a:extLst>
          </p:cNvPr>
          <p:cNvCxnSpPr>
            <a:cxnSpLocks/>
          </p:cNvCxnSpPr>
          <p:nvPr/>
        </p:nvCxnSpPr>
        <p:spPr>
          <a:xfrm flipH="1">
            <a:off x="5873936" y="1497536"/>
            <a:ext cx="0" cy="5148000"/>
          </a:xfrm>
          <a:prstGeom prst="line">
            <a:avLst/>
          </a:prstGeom>
          <a:ln w="444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1CCD7244-56B8-E5B9-40EA-25DFE6BA9745}"/>
              </a:ext>
            </a:extLst>
          </p:cNvPr>
          <p:cNvCxnSpPr/>
          <p:nvPr/>
        </p:nvCxnSpPr>
        <p:spPr>
          <a:xfrm>
            <a:off x="838200" y="1483112"/>
            <a:ext cx="11088000" cy="0"/>
          </a:xfrm>
          <a:prstGeom prst="line">
            <a:avLst/>
          </a:prstGeom>
          <a:ln w="444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69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29EA7F-025E-07BE-8252-986CE6B38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kumimoji="1" lang="en-US" altLang="ko-KR" sz="5400"/>
              <a:t>Random Forest </a:t>
            </a:r>
            <a:endParaRPr kumimoji="1" lang="ko-KR" altLang="en-US" sz="54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331EA-EDD1-CD82-68F1-B38E5D936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kumimoji="1" lang="en-US" altLang="ko-KR" sz="2200" dirty="0"/>
              <a:t>Problem 1 : </a:t>
            </a:r>
            <a:r>
              <a:rPr kumimoji="1" lang="en-US" altLang="ko-KR" sz="2200" b="1" dirty="0"/>
              <a:t>high variance</a:t>
            </a:r>
          </a:p>
          <a:p>
            <a:pPr marL="0" indent="0">
              <a:buNone/>
            </a:pPr>
            <a:r>
              <a:rPr kumimoji="1" lang="en-US" altLang="ko-KR" sz="2200" dirty="0"/>
              <a:t>- Bootstrap : lowering variance by averaging a set of observations</a:t>
            </a:r>
          </a:p>
          <a:p>
            <a:r>
              <a:rPr kumimoji="1" lang="en-US" altLang="ko-KR" sz="2200" dirty="0"/>
              <a:t>Problem 2 : </a:t>
            </a:r>
            <a:r>
              <a:rPr kumimoji="1" lang="en-US" altLang="ko-KR" sz="2200" b="1" dirty="0"/>
              <a:t>correlation</a:t>
            </a:r>
          </a:p>
          <a:p>
            <a:pPr marL="0" indent="0">
              <a:buNone/>
            </a:pPr>
            <a:r>
              <a:rPr kumimoji="1" lang="en-US" altLang="ko-KR" sz="2200" dirty="0"/>
              <a:t>- Same as bagging, at each split, a random sample of m predictors are only considered </a:t>
            </a:r>
          </a:p>
        </p:txBody>
      </p:sp>
    </p:spTree>
    <p:extLst>
      <p:ext uri="{BB962C8B-B14F-4D97-AF65-F5344CB8AC3E}">
        <p14:creationId xmlns:p14="http://schemas.microsoft.com/office/powerpoint/2010/main" val="9597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AB05829-64C0-3A41-6EBD-687EF384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Boosting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FDA9764-0C9D-A6B0-099C-65562E7FEB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ko-KR" dirty="0"/>
              <a:t>Does not use bootstrapping</a:t>
            </a:r>
          </a:p>
          <a:p>
            <a:r>
              <a:rPr kumimoji="1" lang="en-US" altLang="ko-KR" dirty="0"/>
              <a:t>Grows sequentially </a:t>
            </a:r>
            <a:endParaRPr kumimoji="1" lang="ko-KR" altLang="en-US" dirty="0"/>
          </a:p>
          <a:p>
            <a:endParaRPr lang="ko-KR" altLang="en-US" dirty="0"/>
          </a:p>
        </p:txBody>
      </p:sp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7882120F-D78E-9D9B-77C4-5245BD3852F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B9C1D9BB-8731-B4A1-1DC8-CB6C16DF3A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785968"/>
            <a:ext cx="5025836" cy="33909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046FAC-79CC-2C05-0057-51C7EBC9AA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6048" y="4174259"/>
            <a:ext cx="797988" cy="200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3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F38A28-F81E-E1C0-48AD-F8CCF72B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kumimoji="1" lang="en-US" altLang="ko-KR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 : Random Forest  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FF21DB-FF32-8499-6F84-2028F1601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atinLnBrk="0"/>
            <a:endParaRPr kumimoji="1" lang="en-US" altLang="ko-KR" sz="2200"/>
          </a:p>
          <a:p>
            <a:pPr latinLnBrk="0"/>
            <a:r>
              <a:rPr kumimoji="1" lang="en-US" altLang="ko-KR" sz="2200"/>
              <a:t>Compared m values :</a:t>
            </a:r>
          </a:p>
          <a:p>
            <a:pPr marL="0" latinLnBrk="0"/>
            <a:r>
              <a:rPr kumimoji="1" lang="en-US" altLang="ko-KR" sz="2200"/>
              <a:t>350 (p/2) vs 26 (√p)</a:t>
            </a:r>
          </a:p>
          <a:p>
            <a:pPr marL="0" latinLnBrk="0"/>
            <a:r>
              <a:rPr kumimoji="1" lang="en-US" altLang="ko-KR" sz="2200"/>
              <a:t>26 was better : less correlation</a:t>
            </a:r>
          </a:p>
          <a:p>
            <a:pPr marL="0" latinLnBrk="0"/>
            <a:endParaRPr kumimoji="1" lang="en-US" altLang="ko-KR" sz="2200"/>
          </a:p>
          <a:p>
            <a:pPr latinLnBrk="0"/>
            <a:r>
              <a:rPr kumimoji="1" lang="en-US" altLang="ko-KR" sz="2200"/>
              <a:t>Confusion matrix : strong diagonal</a:t>
            </a:r>
          </a:p>
        </p:txBody>
      </p:sp>
      <p:pic>
        <p:nvPicPr>
          <p:cNvPr id="7" name="내용 개체 틀 6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B88E5E-0297-0E33-C188-320B3F9976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9048" y="883756"/>
            <a:ext cx="5458968" cy="509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32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8C57EF-4AC8-A06C-4E7C-BD3ECA56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kumimoji="1" lang="en-US" altLang="ko-KR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 : Tree Boosting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28330-60BF-75B3-B76B-C83AB48BF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kumimoji="1" lang="en-US" altLang="ko-KR" sz="2200"/>
              <a:t>Increasing depth led to lower error</a:t>
            </a:r>
          </a:p>
          <a:p>
            <a:pPr latinLnBrk="0"/>
            <a:r>
              <a:rPr kumimoji="1" lang="en-US" altLang="ko-KR" sz="2200"/>
              <a:t>Increasing number of trees led to lower error </a:t>
            </a:r>
          </a:p>
          <a:p>
            <a:pPr marL="0" latinLnBrk="0"/>
            <a:endParaRPr kumimoji="1" lang="en-US" altLang="ko-KR" sz="2200"/>
          </a:p>
          <a:p>
            <a:pPr marL="0" latinLnBrk="0"/>
            <a:r>
              <a:rPr kumimoji="1" lang="en-US" altLang="ko-KR" sz="2200" b="1"/>
              <a:t>Cannot see the effect of overfitting</a:t>
            </a:r>
          </a:p>
          <a:p>
            <a:pPr latinLnBrk="0"/>
            <a:endParaRPr kumimoji="1" lang="en-US" altLang="ko-KR" sz="220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0ABCEAE-A571-C44C-30E2-9AE5212443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9048" y="2473680"/>
            <a:ext cx="5458968" cy="191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87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207157-A294-689D-A7A0-097811C4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kumimoji="1" lang="en-US" altLang="ko-KR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Overfitting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7A940-0EDD-F413-83E5-E5676D075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2200"/>
              <a:t>Original task: </a:t>
            </a:r>
            <a:r>
              <a:rPr lang="en-US" altLang="ko-KR" sz="2200" b="1"/>
              <a:t>10-class digit classification (0–9)</a:t>
            </a:r>
            <a:endParaRPr lang="en-US" altLang="ko-KR" sz="2200"/>
          </a:p>
          <a:p>
            <a:pPr latinLnBrk="0"/>
            <a:r>
              <a:rPr lang="en-US" altLang="ko-KR" sz="2200"/>
              <a:t>Modified task: </a:t>
            </a:r>
            <a:r>
              <a:rPr lang="en-US" altLang="ko-KR" sz="2200" b="1"/>
              <a:t>Binary classification (digit 3 vs digit 8)</a:t>
            </a:r>
            <a:endParaRPr lang="en-US" altLang="ko-KR" sz="2200"/>
          </a:p>
          <a:p>
            <a:pPr latinLnBrk="0"/>
            <a:r>
              <a:rPr lang="en-US" altLang="ko-KR" sz="2200"/>
              <a:t>Reduces problem complexity and allows the model to reach high capacity more quickly</a:t>
            </a:r>
          </a:p>
          <a:p>
            <a:pPr latinLnBrk="0"/>
            <a:endParaRPr kumimoji="1" lang="en-US" altLang="ko-KR" sz="220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F7EB0A8-EDFC-953B-799B-CBD149AD6C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9048" y="2248499"/>
            <a:ext cx="5458968" cy="236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33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E07EED-7636-4B50-D296-903C7427C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>
            <a:normAutofit/>
          </a:bodyPr>
          <a:lstStyle/>
          <a:p>
            <a:r>
              <a:rPr kumimoji="1" lang="en-US" altLang="ko-KR" sz="4000"/>
              <a:t>Single Layer Neural Network</a:t>
            </a:r>
            <a:endParaRPr kumimoji="1" lang="ko-KR" altLang="en-US" sz="40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6146AE-5BB7-73AF-1790-D6224C2CE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2656" y="2701427"/>
            <a:ext cx="4483324" cy="2699968"/>
          </a:xfrm>
        </p:spPr>
        <p:txBody>
          <a:bodyPr>
            <a:normAutofit/>
          </a:bodyPr>
          <a:lstStyle/>
          <a:p>
            <a:r>
              <a:rPr kumimoji="1" lang="en-US" altLang="ko-KR" sz="1400"/>
              <a:t>Hidden layer function : RELU</a:t>
            </a:r>
          </a:p>
          <a:p>
            <a:r>
              <a:rPr kumimoji="1" lang="en-US" altLang="ko-KR" sz="1400"/>
              <a:t>Regularization : Dropout</a:t>
            </a:r>
          </a:p>
          <a:p>
            <a:r>
              <a:rPr kumimoji="1" lang="en-US" altLang="ko-KR" sz="1400"/>
              <a:t>Searched over :</a:t>
            </a:r>
          </a:p>
          <a:p>
            <a:pPr>
              <a:buFontTx/>
              <a:buChar char="-"/>
            </a:pPr>
            <a:r>
              <a:rPr kumimoji="1" lang="en-US" altLang="ko-KR" sz="1400"/>
              <a:t>Neutrons : 50, 100, 150, 200</a:t>
            </a:r>
          </a:p>
          <a:p>
            <a:pPr>
              <a:buFontTx/>
              <a:buChar char="-"/>
            </a:pPr>
            <a:r>
              <a:rPr kumimoji="1" lang="en-US" altLang="ko-KR" sz="1400"/>
              <a:t>Dropout : 0.2, 0.3, 0.4, 0.5</a:t>
            </a:r>
          </a:p>
          <a:p>
            <a:pPr>
              <a:buFontTx/>
              <a:buChar char="-"/>
            </a:pPr>
            <a:r>
              <a:rPr kumimoji="1" lang="en-US" altLang="ko-KR" sz="1400"/>
              <a:t>Batch size : 100, 200, 300</a:t>
            </a:r>
          </a:p>
          <a:p>
            <a:pPr>
              <a:buFontTx/>
              <a:buChar char="-"/>
            </a:pPr>
            <a:r>
              <a:rPr kumimoji="1" lang="en-US" altLang="ko-KR" sz="1400"/>
              <a:t>Learning rate : 0.01 (Adam)</a:t>
            </a:r>
          </a:p>
          <a:p>
            <a:pPr>
              <a:buFontTx/>
              <a:buChar char="-"/>
            </a:pPr>
            <a:r>
              <a:rPr kumimoji="1" lang="en-US" altLang="ko-KR" sz="1400"/>
              <a:t>Epoch : 5000</a:t>
            </a:r>
            <a:endParaRPr kumimoji="1" lang="ko-KR" altLang="en-US" sz="140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970517-6BF6-C960-A8C3-A503DBCF2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701427"/>
            <a:ext cx="4554501" cy="2699968"/>
          </a:xfrm>
        </p:spPr>
        <p:txBody>
          <a:bodyPr>
            <a:normAutofit/>
          </a:bodyPr>
          <a:lstStyle/>
          <a:p>
            <a:r>
              <a:rPr lang="en" altLang="ko-KR" sz="2000" b="1" dirty="0"/>
              <a:t>Best Parameters :</a:t>
            </a:r>
          </a:p>
          <a:p>
            <a:pPr marL="0" indent="0">
              <a:buNone/>
            </a:pPr>
            <a:r>
              <a:rPr lang="en" altLang="ko-KR" sz="2000" b="1" dirty="0"/>
              <a:t>Neurons: 150 | Dropout: 0.2 | Batch Size: 300  </a:t>
            </a:r>
          </a:p>
          <a:p>
            <a:pPr marL="0" indent="0">
              <a:buNone/>
            </a:pPr>
            <a:r>
              <a:rPr lang="en" altLang="ko-KR" sz="2000" b="1" dirty="0"/>
              <a:t>Validation Error: 3.19%</a:t>
            </a:r>
          </a:p>
          <a:p>
            <a:pPr marL="0" indent="0">
              <a:buNone/>
            </a:pPr>
            <a:r>
              <a:rPr lang="en" altLang="ko-KR" sz="2000" b="1" dirty="0"/>
              <a:t>Test Error : 3.85%</a:t>
            </a:r>
          </a:p>
          <a:p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6167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704F27-6CD2-D3DD-EB6A-819883632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 : Single 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9979C-6E55-6B4A-AEDF-45667FD1D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2200" dirty="0"/>
              <a:t>Increasing neurons generally improved validation error up to a point (capacity helps).</a:t>
            </a:r>
          </a:p>
          <a:p>
            <a:pPr latinLnBrk="0"/>
            <a:r>
              <a:rPr lang="en-US" altLang="ko-KR" sz="2200" dirty="0"/>
              <a:t>Too much dropout (0.5) often worsened performance (too much regularization).</a:t>
            </a:r>
          </a:p>
          <a:p>
            <a:pPr latinLnBrk="0"/>
            <a:r>
              <a:rPr lang="en-US" altLang="ko-KR" sz="2200" dirty="0"/>
              <a:t>Best NN achieved </a:t>
            </a:r>
            <a:r>
              <a:rPr lang="en-US" altLang="ko-KR" sz="2200" b="1" dirty="0"/>
              <a:t>3.85% test error</a:t>
            </a:r>
            <a:r>
              <a:rPr lang="en-US" altLang="ko-KR" sz="2200" dirty="0"/>
              <a:t>, but required </a:t>
            </a:r>
            <a:r>
              <a:rPr lang="en-US" altLang="ko-KR" sz="2200" b="1" dirty="0"/>
              <a:t>~31 minutes of grid search</a:t>
            </a:r>
            <a:r>
              <a:rPr lang="en-US" altLang="ko-KR" sz="2200" dirty="0"/>
              <a:t>, so tuning cost is significant.</a:t>
            </a:r>
          </a:p>
          <a:p>
            <a:pPr latinLnBrk="0"/>
            <a:r>
              <a:rPr lang="en-US" altLang="ko-KR" sz="2200" dirty="0"/>
              <a:t>Compared to your best tree ensembles, this simple 1-hidden-layer network is competitive but not the top performer.</a:t>
            </a:r>
          </a:p>
          <a:p>
            <a:pPr latinLnBrk="0"/>
            <a:endParaRPr kumimoji="1"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1015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816E212-19CE-6910-E133-1AFA3795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/>
              <a:t>Multilayer Neural Network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9D02D9-AB9C-CF97-7568-A8B73D1C0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" altLang="ko-KR" sz="2400"/>
              <a:t>Learning rate: 0.001 (Adam)</a:t>
            </a:r>
          </a:p>
          <a:p>
            <a:r>
              <a:rPr lang="en" altLang="ko-KR" sz="2400"/>
              <a:t>Epoch: 5000 </a:t>
            </a:r>
          </a:p>
          <a:p>
            <a:r>
              <a:rPr lang="en" altLang="ko-KR" sz="2400"/>
              <a:t>Searched for : </a:t>
            </a:r>
          </a:p>
          <a:p>
            <a:pPr marL="0" indent="0">
              <a:buNone/>
            </a:pPr>
            <a:r>
              <a:rPr lang="en" altLang="ko-KR" sz="2400"/>
              <a:t>- L1 (1st layer): 50, 100, 150, 200</a:t>
            </a:r>
          </a:p>
          <a:p>
            <a:pPr marL="0" indent="0">
              <a:buNone/>
            </a:pPr>
            <a:r>
              <a:rPr lang="en" altLang="ko-KR" sz="2400"/>
              <a:t>- L2 (2nd layer): 50, 100, 150, 200</a:t>
            </a:r>
          </a:p>
          <a:p>
            <a:pPr marL="0" indent="0">
              <a:buNone/>
            </a:pPr>
            <a:r>
              <a:rPr lang="en" altLang="ko-KR" sz="2400"/>
              <a:t>- Drop1: 0.2, 0.3, 0.4, 0.5</a:t>
            </a:r>
          </a:p>
          <a:p>
            <a:pPr marL="0" indent="0">
              <a:buNone/>
            </a:pPr>
            <a:r>
              <a:rPr lang="en" altLang="ko-KR" sz="2400"/>
              <a:t>- Drop2: 0.2, 0.3, 0.4, 0.5</a:t>
            </a:r>
          </a:p>
          <a:p>
            <a:pPr marL="0" indent="0">
              <a:buNone/>
            </a:pPr>
            <a:r>
              <a:rPr lang="en" altLang="ko-KR" sz="2400"/>
              <a:t>- Batch size: 100, 200, 300</a:t>
            </a:r>
          </a:p>
          <a:p>
            <a:endParaRPr kumimoji="1" lang="ko-KR" altLang="en-US" sz="240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1151B9-E9B2-821D-67F4-EEC7CD808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" altLang="ko-KR" sz="2400" b="1"/>
              <a:t>Best Parameters:</a:t>
            </a:r>
            <a:endParaRPr lang="en" altLang="ko-KR" sz="2400"/>
          </a:p>
          <a:p>
            <a:r>
              <a:rPr lang="en" altLang="ko-KR" sz="2400" b="1"/>
              <a:t>L1: 150 | L2: 50 | Drop1: 0.2 | Drop2: 0.2 | Batch Size: 300</a:t>
            </a:r>
            <a:endParaRPr lang="en" altLang="ko-KR" sz="2400"/>
          </a:p>
          <a:p>
            <a:pPr marL="0" indent="0">
              <a:buNone/>
            </a:pPr>
            <a:br>
              <a:rPr lang="en" altLang="ko-KR" sz="2400"/>
            </a:br>
            <a:endParaRPr lang="en" altLang="ko-KR" sz="2400"/>
          </a:p>
          <a:p>
            <a:r>
              <a:rPr lang="en" altLang="ko-KR" sz="2400" b="1"/>
              <a:t>Validation Error:</a:t>
            </a:r>
            <a:r>
              <a:rPr lang="en" altLang="ko-KR" sz="2400"/>
              <a:t> </a:t>
            </a:r>
            <a:r>
              <a:rPr lang="en" altLang="ko-KR" sz="2400" b="1"/>
              <a:t>2.44%</a:t>
            </a:r>
            <a:endParaRPr lang="en" altLang="ko-KR" sz="2400"/>
          </a:p>
          <a:p>
            <a:r>
              <a:rPr lang="en" altLang="ko-KR" sz="2400" b="1"/>
              <a:t>Test Error:</a:t>
            </a:r>
            <a:r>
              <a:rPr lang="en" altLang="ko-KR" sz="2400"/>
              <a:t> </a:t>
            </a:r>
            <a:r>
              <a:rPr lang="en" altLang="ko-KR" sz="2400" b="1"/>
              <a:t>3.39%</a:t>
            </a:r>
            <a:endParaRPr lang="en" altLang="ko-KR" sz="2400"/>
          </a:p>
          <a:p>
            <a:endParaRPr kumimoji="1"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273557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9DF6D-2A7A-E994-C62F-2F9EC86C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Multilayer Neural Network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F207D4-F947-1FD0-616E-FA479D0DE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2200" dirty="0"/>
              <a:t>- The second hidden layer mainly refines these features, so fewer units are sufficient.</a:t>
            </a:r>
          </a:p>
          <a:p>
            <a:pPr marL="0" indent="0" latinLnBrk="0">
              <a:buNone/>
            </a:pPr>
            <a:r>
              <a:rPr lang="en-US" altLang="ko-KR" sz="2200" dirty="0"/>
              <a:t>- Low dropout provides mild regularization without removing too much information.</a:t>
            </a:r>
          </a:p>
          <a:p>
            <a:pPr marL="0" indent="0" latinLnBrk="0">
              <a:buNone/>
            </a:pPr>
            <a:r>
              <a:rPr lang="en-US" altLang="ko-KR" sz="2200" dirty="0"/>
              <a:t>- Higher dropout values led to underfitting and worse validation performance.</a:t>
            </a:r>
          </a:p>
          <a:p>
            <a:pPr marL="0" indent="0" latinLnBrk="0">
              <a:buNone/>
            </a:pPr>
            <a:r>
              <a:rPr lang="en-US" altLang="ko-KR" sz="2200" dirty="0"/>
              <a:t>- Larger batches produce more stable gradient updates when using Adam with a small learning rate.</a:t>
            </a:r>
          </a:p>
          <a:p>
            <a:pPr marL="0" indent="0" latinLnBrk="0">
              <a:buNone/>
            </a:pPr>
            <a:endParaRPr kumimoji="1"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22279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89A02A5-F992-1635-1888-7FB6065C0D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467" y="1517386"/>
            <a:ext cx="5291666" cy="3823227"/>
          </a:xfrm>
          <a:prstGeom prst="rect">
            <a:avLst/>
          </a:prstGeom>
        </p:spPr>
      </p:pic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3486D35-86D3-CF9E-B923-ABB6A9BF87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256865" y="1543844"/>
            <a:ext cx="5291667" cy="377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98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537760F-7384-49C7-3195-91836011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with Single 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D9D3F-B5AE-AF61-2865-3E96A5CC0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500" b="1"/>
              <a:t>Hidden unit allocation differs</a:t>
            </a:r>
            <a:endParaRPr lang="en-US" altLang="ko-KR" sz="1500"/>
          </a:p>
          <a:p>
            <a:pPr latinLnBrk="0"/>
            <a:r>
              <a:rPr lang="en-US" altLang="ko-KR" sz="1500"/>
              <a:t>Single-layer NN requires many units (150) in one layer because it performs feature extraction and classification together.</a:t>
            </a:r>
          </a:p>
          <a:p>
            <a:pPr latinLnBrk="0"/>
            <a:r>
              <a:rPr lang="en-US" altLang="ko-KR" sz="1500"/>
              <a:t>Multi-layer NN distributes capacity across layers, reducing bias more efficiently.</a:t>
            </a:r>
          </a:p>
          <a:p>
            <a:pPr latinLnBrk="0"/>
            <a:r>
              <a:rPr lang="en-US" altLang="ko-KR" sz="1500" b="1"/>
              <a:t>Regularization strength is unchanged</a:t>
            </a:r>
            <a:endParaRPr lang="en-US" altLang="ko-KR" sz="1500"/>
          </a:p>
          <a:p>
            <a:pPr latinLnBrk="0"/>
            <a:r>
              <a:rPr lang="en-US" altLang="ko-KR" sz="1500"/>
              <a:t>Both models selected dropout = 0.2, showing that stronger regularization is unnecessary for MNIST.</a:t>
            </a:r>
          </a:p>
          <a:p>
            <a:pPr latinLnBrk="0"/>
            <a:r>
              <a:rPr lang="en-US" altLang="ko-KR" sz="1500"/>
              <a:t>Over-regularization leads to underfitting in both cases.</a:t>
            </a:r>
          </a:p>
          <a:p>
            <a:pPr latinLnBrk="0"/>
            <a:r>
              <a:rPr lang="en-US" altLang="ko-KR" sz="1500" b="1"/>
              <a:t>Batch size remains the same</a:t>
            </a:r>
            <a:endParaRPr lang="en-US" altLang="ko-KR" sz="1500"/>
          </a:p>
          <a:p>
            <a:pPr latinLnBrk="0"/>
            <a:r>
              <a:rPr lang="en-US" altLang="ko-KR" sz="1500"/>
              <a:t>Batch size = 300 is optimal for training stability in both architectures.</a:t>
            </a:r>
          </a:p>
          <a:p>
            <a:pPr latinLnBrk="0"/>
            <a:r>
              <a:rPr lang="en-US" altLang="ko-KR" sz="1500"/>
              <a:t>Optimization behavior does not change with depth.</a:t>
            </a:r>
          </a:p>
          <a:p>
            <a:pPr latinLnBrk="0"/>
            <a:r>
              <a:rPr lang="en-US" altLang="ko-KR" sz="1500" b="1"/>
              <a:t>Performance improvement source</a:t>
            </a:r>
            <a:endParaRPr lang="en-US" altLang="ko-KR" sz="1500"/>
          </a:p>
          <a:p>
            <a:pPr latinLnBrk="0"/>
            <a:r>
              <a:rPr lang="en-US" altLang="ko-KR" sz="1500"/>
              <a:t>The multi-layer NN improves accuracy by learning hierarchical representations.</a:t>
            </a:r>
          </a:p>
          <a:p>
            <a:pPr latinLnBrk="0"/>
            <a:r>
              <a:rPr lang="en-US" altLang="ko-KR" sz="1500"/>
              <a:t>Gains are moderate, reflecting diminishing returns on this well-structured dataset.</a:t>
            </a:r>
          </a:p>
          <a:p>
            <a:pPr latinLnBrk="0"/>
            <a:endParaRPr kumimoji="1" lang="en-US" altLang="ko-KR" sz="1500"/>
          </a:p>
        </p:txBody>
      </p:sp>
    </p:spTree>
    <p:extLst>
      <p:ext uri="{BB962C8B-B14F-4D97-AF65-F5344CB8AC3E}">
        <p14:creationId xmlns:p14="http://schemas.microsoft.com/office/powerpoint/2010/main" val="215313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09F65F-E8A2-54B6-3808-67A456A9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8FFCAD-DA1C-4907-D88B-B04DBD8AB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 dirty="0"/>
              <a:t>James, G., Witten, D., Hastie, T., &amp; </a:t>
            </a:r>
            <a:r>
              <a:rPr lang="en-US" altLang="ko-KR" sz="1700" dirty="0" err="1"/>
              <a:t>Tibshirani</a:t>
            </a:r>
            <a:r>
              <a:rPr lang="en-US" altLang="ko-KR" sz="1700" dirty="0"/>
              <a:t>, R. (2021). </a:t>
            </a:r>
            <a:r>
              <a:rPr lang="en-US" altLang="ko-KR" sz="1700" i="1" dirty="0"/>
              <a:t>An introduction to statistical learning: With applications in R</a:t>
            </a:r>
            <a:r>
              <a:rPr lang="en-US" altLang="ko-KR" sz="1700" dirty="0"/>
              <a:t> (2nd ed.). Springer.</a:t>
            </a:r>
          </a:p>
          <a:p>
            <a:pPr latinLnBrk="0"/>
            <a:r>
              <a:rPr lang="en-US" altLang="ko-KR" sz="1700" dirty="0"/>
              <a:t>LeCun, Y., Cortes, C., &amp; Burges, C. J. C. (1998). </a:t>
            </a:r>
            <a:r>
              <a:rPr lang="en-US" altLang="ko-KR" sz="1700" b="1" dirty="0"/>
              <a:t>The MNIST database of handwritten digits</a:t>
            </a:r>
            <a:r>
              <a:rPr lang="en-US" altLang="ko-KR" sz="1700" dirty="0"/>
              <a:t>. http://</a:t>
            </a:r>
            <a:r>
              <a:rPr lang="en-US" altLang="ko-KR" sz="1700" dirty="0" err="1"/>
              <a:t>yann.lecun.com</a:t>
            </a:r>
            <a:r>
              <a:rPr lang="en-US" altLang="ko-KR" sz="1700" dirty="0"/>
              <a:t>/</a:t>
            </a:r>
            <a:r>
              <a:rPr lang="en-US" altLang="ko-KR" sz="1700" dirty="0" err="1"/>
              <a:t>exdb</a:t>
            </a:r>
            <a:r>
              <a:rPr lang="en-US" altLang="ko-KR" sz="1700" dirty="0"/>
              <a:t>/</a:t>
            </a:r>
            <a:r>
              <a:rPr lang="en-US" altLang="ko-KR" sz="1700" dirty="0" err="1"/>
              <a:t>mnist</a:t>
            </a:r>
            <a:r>
              <a:rPr lang="en-US" altLang="ko-KR" sz="1700" dirty="0"/>
              <a:t>/</a:t>
            </a:r>
            <a:br>
              <a:rPr lang="en-US" altLang="ko-KR" sz="1700" dirty="0"/>
            </a:br>
            <a:endParaRPr lang="en-US" altLang="ko-KR" sz="1700" dirty="0"/>
          </a:p>
          <a:p>
            <a:pPr latinLnBrk="0"/>
            <a:r>
              <a:rPr lang="en-US" altLang="ko-KR" sz="1700" dirty="0"/>
              <a:t>Pedregosa, F., </a:t>
            </a:r>
            <a:r>
              <a:rPr lang="en-US" altLang="ko-KR" sz="1700" dirty="0" err="1"/>
              <a:t>Varoquaux</a:t>
            </a:r>
            <a:r>
              <a:rPr lang="en-US" altLang="ko-KR" sz="1700" dirty="0"/>
              <a:t>, G., </a:t>
            </a:r>
            <a:r>
              <a:rPr lang="en-US" altLang="ko-KR" sz="1700" dirty="0" err="1"/>
              <a:t>Gramfort</a:t>
            </a:r>
            <a:r>
              <a:rPr lang="en-US" altLang="ko-KR" sz="1700" dirty="0"/>
              <a:t>, A., Michel, V., Thirion, B., Grisel, O., … Duchesnay, </a:t>
            </a:r>
            <a:r>
              <a:rPr lang="en-US" altLang="ko-KR" sz="1700" dirty="0" err="1"/>
              <a:t>É</a:t>
            </a:r>
            <a:r>
              <a:rPr lang="en-US" altLang="ko-KR" sz="1700" dirty="0"/>
              <a:t>. (2011). </a:t>
            </a:r>
            <a:r>
              <a:rPr lang="en-US" altLang="ko-KR" sz="1700" i="1" dirty="0"/>
              <a:t>Scikit-learn: Machine learning in Python</a:t>
            </a:r>
            <a:r>
              <a:rPr lang="en-US" altLang="ko-KR" sz="1700" dirty="0"/>
              <a:t>. </a:t>
            </a:r>
            <a:r>
              <a:rPr lang="en-US" altLang="ko-KR" sz="1700" i="1" dirty="0"/>
              <a:t>Journal of Machine Learning Research, 12</a:t>
            </a:r>
            <a:r>
              <a:rPr lang="en-US" altLang="ko-KR" sz="1700" dirty="0"/>
              <a:t>, 2825–2830.</a:t>
            </a:r>
          </a:p>
          <a:p>
            <a:pPr latinLnBrk="0"/>
            <a:r>
              <a:rPr lang="en-US" altLang="ko-KR" sz="1700" dirty="0"/>
              <a:t>Chen, T., &amp; </a:t>
            </a:r>
            <a:r>
              <a:rPr lang="en-US" altLang="ko-KR" sz="1700" dirty="0" err="1"/>
              <a:t>Guestrin</a:t>
            </a:r>
            <a:r>
              <a:rPr lang="en-US" altLang="ko-KR" sz="1700" dirty="0"/>
              <a:t>, C. (2016). </a:t>
            </a:r>
            <a:r>
              <a:rPr lang="en-US" altLang="ko-KR" sz="1700" i="1" dirty="0" err="1"/>
              <a:t>XGBoost</a:t>
            </a:r>
            <a:r>
              <a:rPr lang="en-US" altLang="ko-KR" sz="1700" i="1" dirty="0"/>
              <a:t>: A scalable tree boosting system</a:t>
            </a:r>
            <a:r>
              <a:rPr lang="en-US" altLang="ko-KR" sz="1700" dirty="0"/>
              <a:t>. In </a:t>
            </a:r>
            <a:r>
              <a:rPr lang="en-US" altLang="ko-KR" sz="1700" i="1" dirty="0"/>
              <a:t>Proceedings of the 22nd ACM SIGKDD International Conference on Knowledge Discovery and Data Mining</a:t>
            </a:r>
            <a:r>
              <a:rPr lang="en-US" altLang="ko-KR" sz="1700" dirty="0"/>
              <a:t> (pp. 785–794). ACM.</a:t>
            </a:r>
            <a:br>
              <a:rPr lang="en-US" altLang="ko-KR" sz="1700" dirty="0"/>
            </a:br>
            <a:endParaRPr lang="en-US" altLang="ko-KR" sz="1700" dirty="0"/>
          </a:p>
          <a:p>
            <a:pPr latinLnBrk="0"/>
            <a:r>
              <a:rPr lang="en-US" altLang="ko-KR" sz="1700" dirty="0"/>
              <a:t>Abadi, M., Agarwal, A., Barham, P., </a:t>
            </a:r>
            <a:r>
              <a:rPr lang="en-US" altLang="ko-KR" sz="1700" dirty="0" err="1"/>
              <a:t>Brevdo</a:t>
            </a:r>
            <a:r>
              <a:rPr lang="en-US" altLang="ko-KR" sz="1700" dirty="0"/>
              <a:t>, E., Chen, Z., Citro, C., … Zheng, X. (2016). </a:t>
            </a:r>
            <a:r>
              <a:rPr lang="en-US" altLang="ko-KR" sz="1700" i="1" dirty="0"/>
              <a:t>TensorFlow: Large-scale machine learning on heterogeneous systems</a:t>
            </a:r>
            <a:r>
              <a:rPr lang="en-US" altLang="ko-KR" sz="1700" dirty="0"/>
              <a:t>. https://</a:t>
            </a:r>
            <a:r>
              <a:rPr lang="en-US" altLang="ko-KR" sz="1700" dirty="0" err="1"/>
              <a:t>www.tensorflow.org</a:t>
            </a:r>
            <a:r>
              <a:rPr lang="en-US" altLang="ko-KR" sz="1700" dirty="0"/>
              <a:t>/</a:t>
            </a:r>
            <a:br>
              <a:rPr lang="en-US" altLang="ko-KR" sz="1700" dirty="0"/>
            </a:br>
            <a:endParaRPr lang="en-US" altLang="ko-KR" sz="1700" dirty="0"/>
          </a:p>
          <a:p>
            <a:pPr latinLnBrk="0"/>
            <a:r>
              <a:rPr lang="en-US" altLang="ko-KR" sz="1700" dirty="0"/>
              <a:t>Chollet, F., et al. (2015). </a:t>
            </a:r>
            <a:r>
              <a:rPr lang="en-US" altLang="ko-KR" sz="1700" i="1" dirty="0" err="1"/>
              <a:t>Keras</a:t>
            </a:r>
            <a:r>
              <a:rPr lang="en-US" altLang="ko-KR" sz="1700" dirty="0"/>
              <a:t>. https://</a:t>
            </a:r>
            <a:r>
              <a:rPr lang="en-US" altLang="ko-KR" sz="1700" dirty="0" err="1"/>
              <a:t>keras.io</a:t>
            </a:r>
            <a:endParaRPr lang="en-US" altLang="ko-KR" sz="1700" dirty="0"/>
          </a:p>
          <a:p>
            <a:pPr latinLnBrk="0"/>
            <a:endParaRPr kumimoji="1" lang="en-US" altLang="ko-KR" sz="1700" dirty="0"/>
          </a:p>
        </p:txBody>
      </p:sp>
    </p:spTree>
    <p:extLst>
      <p:ext uri="{BB962C8B-B14F-4D97-AF65-F5344CB8AC3E}">
        <p14:creationId xmlns:p14="http://schemas.microsoft.com/office/powerpoint/2010/main" val="4103294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ECDD99-1017-F045-B406-A6136D7CE6DD}">
  <we:reference id="wa104381909" version="3.18.2.0" store="en-US" storeType="OMEX"/>
  <we:alternateReferences>
    <we:reference id="WA104381909" version="3.18.2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949</Words>
  <Application>Microsoft Macintosh PowerPoint</Application>
  <PresentationFormat>와이드스크린</PresentationFormat>
  <Paragraphs>123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Handwritten Digit Classification</vt:lpstr>
      <vt:lpstr>Tools </vt:lpstr>
      <vt:lpstr>MNIST Data Set</vt:lpstr>
      <vt:lpstr>       Trees</vt:lpstr>
      <vt:lpstr>     Building a Tree</vt:lpstr>
      <vt:lpstr>Random Forest </vt:lpstr>
      <vt:lpstr>Boosting</vt:lpstr>
      <vt:lpstr>Result : Random Forest  </vt:lpstr>
      <vt:lpstr>Result : Tree Boosting</vt:lpstr>
      <vt:lpstr>Overfitting</vt:lpstr>
      <vt:lpstr>Single Layer Neural Network</vt:lpstr>
      <vt:lpstr>Result : Single NN</vt:lpstr>
      <vt:lpstr>Multilayer Neural Network</vt:lpstr>
      <vt:lpstr>Multilayer Neural Network</vt:lpstr>
      <vt:lpstr>PowerPoint 프레젠테이션</vt:lpstr>
      <vt:lpstr>Comparison with Single NN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박정재</dc:creator>
  <cp:lastModifiedBy>박정재</cp:lastModifiedBy>
  <cp:revision>38</cp:revision>
  <dcterms:created xsi:type="dcterms:W3CDTF">2025-12-16T21:15:21Z</dcterms:created>
  <dcterms:modified xsi:type="dcterms:W3CDTF">2025-12-17T03:44:34Z</dcterms:modified>
</cp:coreProperties>
</file>